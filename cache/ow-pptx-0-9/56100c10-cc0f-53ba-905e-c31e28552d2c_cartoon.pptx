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4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Macintosh PowerPoint</Application>
  <PresentationFormat>自定义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5</cp:revision>
  <dcterms:created xsi:type="dcterms:W3CDTF">2023-07-18T20:25:56Z</dcterms:created>
  <dcterms:modified xsi:type="dcterms:W3CDTF">2025-09-04T07:01:12Z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