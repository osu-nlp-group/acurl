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Josefin Sans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3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195" name="Google Shape;195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3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9" name="Google Shape;199;p3"/>
          <p:cNvGrpSpPr/>
          <p:nvPr/>
        </p:nvGrpSpPr>
        <p:grpSpPr>
          <a:xfrm>
            <a:off x="1402272" y="1095975"/>
            <a:ext cx="15483431" cy="8095032"/>
            <a:chOff x="1402272" y="1095975"/>
            <a:chExt cx="15483431" cy="8095032"/>
          </a:xfrm>
        </p:grpSpPr>
        <p:sp>
          <p:nvSpPr>
            <p:cNvPr id="200" name="Google Shape;200;p3"/>
            <p:cNvSpPr/>
            <p:nvPr/>
          </p:nvSpPr>
          <p:spPr>
            <a:xfrm>
              <a:off x="1402272" y="1095975"/>
              <a:ext cx="15483431" cy="8095032"/>
            </a:xfrm>
            <a:custGeom>
              <a:avLst/>
              <a:gdLst/>
              <a:ahLst/>
              <a:cxnLst/>
              <a:rect l="l" t="t" r="r" b="b"/>
              <a:pathLst>
                <a:path w="1878436" h="982082" extrusionOk="0">
                  <a:moveTo>
                    <a:pt x="7500" y="0"/>
                  </a:moveTo>
                  <a:lnTo>
                    <a:pt x="1870936" y="0"/>
                  </a:lnTo>
                  <a:cubicBezTo>
                    <a:pt x="1872925" y="0"/>
                    <a:pt x="1874832" y="790"/>
                    <a:pt x="1876239" y="2197"/>
                  </a:cubicBezTo>
                  <a:cubicBezTo>
                    <a:pt x="1877645" y="3603"/>
                    <a:pt x="1878436" y="5511"/>
                    <a:pt x="1878436" y="7500"/>
                  </a:cubicBezTo>
                  <a:lnTo>
                    <a:pt x="1878436" y="974582"/>
                  </a:lnTo>
                  <a:cubicBezTo>
                    <a:pt x="1878436" y="976571"/>
                    <a:pt x="1877645" y="978479"/>
                    <a:pt x="1876239" y="979886"/>
                  </a:cubicBezTo>
                  <a:cubicBezTo>
                    <a:pt x="1874832" y="981292"/>
                    <a:pt x="1872925" y="982082"/>
                    <a:pt x="1870936" y="982082"/>
                  </a:cubicBezTo>
                  <a:lnTo>
                    <a:pt x="7500" y="982082"/>
                  </a:lnTo>
                  <a:cubicBezTo>
                    <a:pt x="5511" y="982082"/>
                    <a:pt x="3603" y="981292"/>
                    <a:pt x="2197" y="979886"/>
                  </a:cubicBezTo>
                  <a:cubicBezTo>
                    <a:pt x="790" y="978479"/>
                    <a:pt x="0" y="976571"/>
                    <a:pt x="0" y="974582"/>
                  </a:cubicBezTo>
                  <a:lnTo>
                    <a:pt x="0" y="7500"/>
                  </a:lnTo>
                  <a:cubicBezTo>
                    <a:pt x="0" y="5511"/>
                    <a:pt x="790" y="3603"/>
                    <a:pt x="2197" y="2197"/>
                  </a:cubicBezTo>
                  <a:cubicBezTo>
                    <a:pt x="3603" y="790"/>
                    <a:pt x="5511" y="0"/>
                    <a:pt x="75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01" name="Google Shape;201;p3"/>
            <p:cNvCxnSpPr/>
            <p:nvPr/>
          </p:nvCxnSpPr>
          <p:spPr>
            <a:xfrm>
              <a:off x="1402272" y="2449037"/>
              <a:ext cx="154833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3"/>
            <p:cNvGrpSpPr/>
            <p:nvPr/>
          </p:nvGrpSpPr>
          <p:grpSpPr>
            <a:xfrm>
              <a:off x="1899997" y="1469483"/>
              <a:ext cx="720730" cy="723961"/>
              <a:chOff x="1813" y="0"/>
              <a:chExt cx="809173" cy="812800"/>
            </a:xfrm>
          </p:grpSpPr>
          <p:sp>
            <p:nvSpPr>
              <p:cNvPr id="203" name="Google Shape;20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3"/>
            <p:cNvGrpSpPr/>
            <p:nvPr/>
          </p:nvGrpSpPr>
          <p:grpSpPr>
            <a:xfrm>
              <a:off x="2847197" y="1469483"/>
              <a:ext cx="720730" cy="723961"/>
              <a:chOff x="1813" y="0"/>
              <a:chExt cx="809173" cy="812800"/>
            </a:xfrm>
          </p:grpSpPr>
          <p:sp>
            <p:nvSpPr>
              <p:cNvPr id="206" name="Google Shape;20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3"/>
            <p:cNvGrpSpPr/>
            <p:nvPr/>
          </p:nvGrpSpPr>
          <p:grpSpPr>
            <a:xfrm>
              <a:off x="3794396" y="1469483"/>
              <a:ext cx="720730" cy="723961"/>
              <a:chOff x="1813" y="0"/>
              <a:chExt cx="809173" cy="812800"/>
            </a:xfrm>
          </p:grpSpPr>
          <p:sp>
            <p:nvSpPr>
              <p:cNvPr id="209" name="Google Shape;20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3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1" name="Google Shape;211;p3"/>
            <p:cNvSpPr txBox="1"/>
            <p:nvPr/>
          </p:nvSpPr>
          <p:spPr>
            <a:xfrm>
              <a:off x="4947031" y="1388173"/>
              <a:ext cx="8667600" cy="8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Add an Agenda Page</a:t>
              </a:r>
            </a:p>
          </p:txBody>
        </p:sp>
      </p:grpSp>
      <p:sp>
        <p:nvSpPr>
          <p:cNvPr id="212" name="Google Shape;212;p3"/>
          <p:cNvSpPr/>
          <p:nvPr/>
        </p:nvSpPr>
        <p:spPr>
          <a:xfrm>
            <a:off x="1900000" y="3429000"/>
            <a:ext cx="6096093" cy="4791523"/>
          </a:xfrm>
          <a:custGeom>
            <a:avLst/>
            <a:gdLst/>
            <a:ahLst/>
            <a:cxnLst/>
            <a:rect l="l" t="t" r="r" b="b"/>
            <a:pathLst>
              <a:path w="1622380" h="1275189" extrusionOk="0">
                <a:moveTo>
                  <a:pt x="0" y="0"/>
                </a:moveTo>
                <a:lnTo>
                  <a:pt x="1622380" y="0"/>
                </a:lnTo>
                <a:lnTo>
                  <a:pt x="1622380" y="1275189"/>
                </a:lnTo>
                <a:lnTo>
                  <a:pt x="0" y="12751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213" name="Google Shape;213;p3"/>
          <p:cNvPicPr preferRelativeResize="0"/>
          <p:nvPr/>
        </p:nvPicPr>
        <p:blipFill rotWithShape="1">
          <a:blip r:embed="rId4"/>
          <a:srcRect l="10618" t="32634" r="7484" b="24681"/>
          <a:stretch>
            <a:fillRect/>
          </a:stretch>
        </p:blipFill>
        <p:spPr>
          <a:xfrm>
            <a:off x="1945384" y="3478300"/>
            <a:ext cx="6003293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4" name="Google Shape;214;p3"/>
          <p:cNvGrpSpPr/>
          <p:nvPr/>
        </p:nvGrpSpPr>
        <p:grpSpPr>
          <a:xfrm>
            <a:off x="15723843" y="6865714"/>
            <a:ext cx="3348419" cy="3466137"/>
            <a:chOff x="0" y="-156957"/>
            <a:chExt cx="4464559" cy="4621517"/>
          </a:xfrm>
        </p:grpSpPr>
        <p:grpSp>
          <p:nvGrpSpPr>
            <p:cNvPr id="215" name="Google Shape;215;p3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216" name="Google Shape;216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77346" y="0"/>
                    </a:moveTo>
                    <a:lnTo>
                      <a:pt x="333663" y="0"/>
                    </a:lnTo>
                    <a:cubicBezTo>
                      <a:pt x="407219" y="0"/>
                      <a:pt x="477764" y="29220"/>
                      <a:pt x="529776" y="81233"/>
                    </a:cubicBezTo>
                    <a:cubicBezTo>
                      <a:pt x="581789" y="133245"/>
                      <a:pt x="611009" y="203790"/>
                      <a:pt x="611009" y="277346"/>
                    </a:cubicBezTo>
                    <a:lnTo>
                      <a:pt x="611009" y="335479"/>
                    </a:lnTo>
                    <a:cubicBezTo>
                      <a:pt x="611009" y="488653"/>
                      <a:pt x="486837" y="612825"/>
                      <a:pt x="333663" y="612825"/>
                    </a:cubicBezTo>
                    <a:lnTo>
                      <a:pt x="277346" y="612825"/>
                    </a:lnTo>
                    <a:cubicBezTo>
                      <a:pt x="124172" y="612825"/>
                      <a:pt x="0" y="488653"/>
                      <a:pt x="0" y="335479"/>
                    </a:cubicBezTo>
                    <a:lnTo>
                      <a:pt x="0" y="277346"/>
                    </a:lnTo>
                    <a:cubicBezTo>
                      <a:pt x="0" y="124172"/>
                      <a:pt x="124172" y="0"/>
                      <a:pt x="277346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8" name="Google Shape;218;p3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219" name="Google Shape;219;p3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230020" y="0"/>
                    </a:moveTo>
                    <a:lnTo>
                      <a:pt x="380989" y="0"/>
                    </a:lnTo>
                    <a:cubicBezTo>
                      <a:pt x="441994" y="0"/>
                      <a:pt x="500500" y="24234"/>
                      <a:pt x="543638" y="67371"/>
                    </a:cubicBezTo>
                    <a:cubicBezTo>
                      <a:pt x="586775" y="110509"/>
                      <a:pt x="611009" y="169015"/>
                      <a:pt x="611009" y="230020"/>
                    </a:cubicBezTo>
                    <a:lnTo>
                      <a:pt x="611009" y="382805"/>
                    </a:lnTo>
                    <a:cubicBezTo>
                      <a:pt x="611009" y="443810"/>
                      <a:pt x="586775" y="502316"/>
                      <a:pt x="543638" y="545454"/>
                    </a:cubicBezTo>
                    <a:cubicBezTo>
                      <a:pt x="500500" y="588591"/>
                      <a:pt x="441994" y="612825"/>
                      <a:pt x="380989" y="612825"/>
                    </a:cubicBezTo>
                    <a:lnTo>
                      <a:pt x="230020" y="612825"/>
                    </a:lnTo>
                    <a:cubicBezTo>
                      <a:pt x="169015" y="612825"/>
                      <a:pt x="110509" y="588591"/>
                      <a:pt x="67371" y="545454"/>
                    </a:cubicBezTo>
                    <a:cubicBezTo>
                      <a:pt x="24234" y="502316"/>
                      <a:pt x="0" y="443810"/>
                      <a:pt x="0" y="382805"/>
                    </a:cubicBezTo>
                    <a:lnTo>
                      <a:pt x="0" y="230020"/>
                    </a:lnTo>
                    <a:cubicBezTo>
                      <a:pt x="0" y="169015"/>
                      <a:pt x="24234" y="110509"/>
                      <a:pt x="67371" y="67371"/>
                    </a:cubicBezTo>
                    <a:cubicBezTo>
                      <a:pt x="110509" y="24234"/>
                      <a:pt x="169015" y="0"/>
                      <a:pt x="2300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3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25" tIns="45625" rIns="45625" bIns="45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221" name="Google Shape;221;p3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914145" y="983065"/>
              <a:ext cx="1578668" cy="1527003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3"/>
            <p:cNvGrpSpPr/>
            <p:nvPr/>
          </p:nvGrpSpPr>
          <p:grpSpPr>
            <a:xfrm>
              <a:off x="1142692" y="1520606"/>
              <a:ext cx="224953" cy="225961"/>
              <a:chOff x="1813" y="0"/>
              <a:chExt cx="809173" cy="812800"/>
            </a:xfrm>
          </p:grpSpPr>
          <p:sp>
            <p:nvSpPr>
              <p:cNvPr id="223" name="Google Shape;223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5" name="Google Shape;225;p3"/>
            <p:cNvGrpSpPr/>
            <p:nvPr/>
          </p:nvGrpSpPr>
          <p:grpSpPr>
            <a:xfrm>
              <a:off x="1591003" y="1520606"/>
              <a:ext cx="224953" cy="225961"/>
              <a:chOff x="1813" y="0"/>
              <a:chExt cx="809173" cy="812800"/>
            </a:xfrm>
          </p:grpSpPr>
          <p:sp>
            <p:nvSpPr>
              <p:cNvPr id="226" name="Google Shape;226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3"/>
            <p:cNvGrpSpPr/>
            <p:nvPr/>
          </p:nvGrpSpPr>
          <p:grpSpPr>
            <a:xfrm>
              <a:off x="2039314" y="1520606"/>
              <a:ext cx="224953" cy="225961"/>
              <a:chOff x="1813" y="0"/>
              <a:chExt cx="809173" cy="812800"/>
            </a:xfrm>
          </p:grpSpPr>
          <p:sp>
            <p:nvSpPr>
              <p:cNvPr id="229" name="Google Shape;229;p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1" name="Google Shape;231;p3"/>
          <p:cNvSpPr txBox="1"/>
          <p:nvPr/>
        </p:nvSpPr>
        <p:spPr>
          <a:xfrm>
            <a:off x="8296352" y="3506357"/>
            <a:ext cx="7855200" cy="45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  <a:p>
            <a:pPr marL="457200" marR="0" lvl="0" indent="-49530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AC74F8"/>
              </a:buClr>
              <a:buSzPts val="4200"/>
              <a:buFont typeface="Josefin Sans"/>
              <a:buAutoNum type="arabicPeriod"/>
            </a:pPr>
            <a:r>
              <a:rPr lang="en-US" sz="42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Write an agenda 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4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5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77" name="Google Shape;277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905364" y="1261317"/>
            <a:ext cx="16477273" cy="8081417"/>
            <a:chOff x="905364" y="1261317"/>
            <a:chExt cx="16477273" cy="8081417"/>
          </a:xfrm>
        </p:grpSpPr>
        <p:sp>
          <p:nvSpPr>
            <p:cNvPr id="282" name="Google Shape;282;p5"/>
            <p:cNvSpPr/>
            <p:nvPr/>
          </p:nvSpPr>
          <p:spPr>
            <a:xfrm>
              <a:off x="905364" y="1261317"/>
              <a:ext cx="16477273" cy="8081417"/>
            </a:xfrm>
            <a:custGeom>
              <a:avLst/>
              <a:gdLst/>
              <a:ahLst/>
              <a:cxnLst/>
              <a:rect l="l" t="t" r="r" b="b"/>
              <a:pathLst>
                <a:path w="2706708" h="1327528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320480"/>
                  </a:lnTo>
                  <a:cubicBezTo>
                    <a:pt x="2706708" y="1324372"/>
                    <a:pt x="2703552" y="1327528"/>
                    <a:pt x="2699660" y="1327528"/>
                  </a:cubicBezTo>
                  <a:lnTo>
                    <a:pt x="7048" y="1327528"/>
                  </a:lnTo>
                  <a:cubicBezTo>
                    <a:pt x="3155" y="1327528"/>
                    <a:pt x="0" y="1324372"/>
                    <a:pt x="0" y="1320480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905364" y="2609419"/>
              <a:ext cx="1647727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4" name="Google Shape;284;p5"/>
            <p:cNvGrpSpPr/>
            <p:nvPr/>
          </p:nvGrpSpPr>
          <p:grpSpPr>
            <a:xfrm>
              <a:off x="1406303" y="1724494"/>
              <a:ext cx="532281" cy="534667"/>
              <a:chOff x="1813" y="0"/>
              <a:chExt cx="809173" cy="812800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5"/>
            <p:cNvGrpSpPr/>
            <p:nvPr/>
          </p:nvGrpSpPr>
          <p:grpSpPr>
            <a:xfrm>
              <a:off x="2170732" y="1724494"/>
              <a:ext cx="532274" cy="534660"/>
              <a:chOff x="1813" y="0"/>
              <a:chExt cx="809173" cy="81280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2935187" y="1724494"/>
              <a:ext cx="532274" cy="534660"/>
              <a:chOff x="1813" y="0"/>
              <a:chExt cx="809173" cy="812800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" name="Google Shape;293;p5"/>
          <p:cNvGrpSpPr/>
          <p:nvPr/>
        </p:nvGrpSpPr>
        <p:grpSpPr>
          <a:xfrm>
            <a:off x="6970498" y="3784600"/>
            <a:ext cx="4347005" cy="3484570"/>
            <a:chOff x="0" y="-28575"/>
            <a:chExt cx="1622380" cy="1303764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1573875" y="3784600"/>
            <a:ext cx="4347005" cy="3484570"/>
            <a:chOff x="0" y="-28575"/>
            <a:chExt cx="1622380" cy="1303764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p5"/>
          <p:cNvPicPr preferRelativeResize="0"/>
          <p:nvPr/>
        </p:nvPicPr>
        <p:blipFill rotWithShape="1">
          <a:blip r:embed="rId4"/>
          <a:srcRect l="40744" t="18378" r="5040" b="18046"/>
          <a:stretch>
            <a:fillRect/>
          </a:stretch>
        </p:blipFill>
        <p:spPr>
          <a:xfrm>
            <a:off x="1605513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5"/>
          <a:srcRect t="23941" b="23940"/>
          <a:stretch>
            <a:fillRect/>
          </a:stretch>
        </p:blipFill>
        <p:spPr>
          <a:xfrm>
            <a:off x="7012586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"/>
          <p:cNvGrpSpPr/>
          <p:nvPr/>
        </p:nvGrpSpPr>
        <p:grpSpPr>
          <a:xfrm>
            <a:off x="12383348" y="3784600"/>
            <a:ext cx="4347005" cy="3484570"/>
            <a:chOff x="0" y="-28575"/>
            <a:chExt cx="1622380" cy="1303764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5"/>
          <p:cNvPicPr preferRelativeResize="0"/>
          <p:nvPr/>
        </p:nvPicPr>
        <p:blipFill rotWithShape="1">
          <a:blip r:embed="rId6"/>
          <a:srcRect l="26916" t="15422" r="19573" b="21713"/>
          <a:stretch>
            <a:fillRect/>
          </a:stretch>
        </p:blipFill>
        <p:spPr>
          <a:xfrm>
            <a:off x="12417811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6935740" y="1494065"/>
            <a:ext cx="441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</a:t>
            </a:r>
          </a:p>
        </p:txBody>
      </p:sp>
      <p:sp>
        <p:nvSpPr>
          <p:cNvPr id="306" name="Google Shape;306;p5"/>
          <p:cNvSpPr txBox="1"/>
          <p:nvPr/>
        </p:nvSpPr>
        <p:spPr>
          <a:xfrm>
            <a:off x="2044895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1</a:t>
            </a:r>
          </a:p>
        </p:txBody>
      </p:sp>
      <p:sp>
        <p:nvSpPr>
          <p:cNvPr id="307" name="Google Shape;307;p5"/>
          <p:cNvSpPr txBox="1"/>
          <p:nvPr/>
        </p:nvSpPr>
        <p:spPr>
          <a:xfrm>
            <a:off x="12857240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3</a:t>
            </a:r>
          </a:p>
        </p:txBody>
      </p:sp>
      <p:sp>
        <p:nvSpPr>
          <p:cNvPr id="308" name="Google Shape;308;p5"/>
          <p:cNvSpPr txBox="1"/>
          <p:nvPr/>
        </p:nvSpPr>
        <p:spPr>
          <a:xfrm>
            <a:off x="7441542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2</a:t>
            </a:r>
          </a:p>
        </p:txBody>
      </p:sp>
      <p:sp>
        <p:nvSpPr>
          <p:cNvPr id="309" name="Google Shape;309;p5"/>
          <p:cNvSpPr txBox="1"/>
          <p:nvPr/>
        </p:nvSpPr>
        <p:spPr>
          <a:xfrm>
            <a:off x="7217390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0" name="Google Shape;310;p5"/>
          <p:cNvSpPr txBox="1"/>
          <p:nvPr/>
        </p:nvSpPr>
        <p:spPr>
          <a:xfrm>
            <a:off x="12566713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  <p:sp>
        <p:nvSpPr>
          <p:cNvPr id="311" name="Google Shape;311;p5"/>
          <p:cNvSpPr txBox="1"/>
          <p:nvPr/>
        </p:nvSpPr>
        <p:spPr>
          <a:xfrm>
            <a:off x="1754369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4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7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47" name="Google Shape;347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7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7"/>
          <p:cNvGrpSpPr/>
          <p:nvPr/>
        </p:nvGrpSpPr>
        <p:grpSpPr>
          <a:xfrm>
            <a:off x="2112027" y="575668"/>
            <a:ext cx="6574410" cy="5121927"/>
            <a:chOff x="0" y="-28575"/>
            <a:chExt cx="1079973" cy="841375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112027" y="5160766"/>
            <a:ext cx="6574410" cy="5121927"/>
            <a:chOff x="0" y="-28575"/>
            <a:chExt cx="1079973" cy="841375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9620612" y="575668"/>
            <a:ext cx="6574410" cy="5121927"/>
            <a:chOff x="0" y="-28575"/>
            <a:chExt cx="1079973" cy="841375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9620612" y="5160766"/>
            <a:ext cx="6574410" cy="5121927"/>
            <a:chOff x="0" y="-28575"/>
            <a:chExt cx="1079973" cy="841375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2745004" y="956134"/>
            <a:ext cx="5308457" cy="5121937"/>
            <a:chOff x="0" y="-28575"/>
            <a:chExt cx="872016" cy="841375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7"/>
          <p:cNvGrpSpPr/>
          <p:nvPr/>
        </p:nvGrpSpPr>
        <p:grpSpPr>
          <a:xfrm>
            <a:off x="10253589" y="956134"/>
            <a:ext cx="5308457" cy="5121937"/>
            <a:chOff x="0" y="-28575"/>
            <a:chExt cx="872016" cy="841375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7"/>
          <p:cNvGrpSpPr/>
          <p:nvPr/>
        </p:nvGrpSpPr>
        <p:grpSpPr>
          <a:xfrm>
            <a:off x="10253589" y="5541231"/>
            <a:ext cx="5308457" cy="5121937"/>
            <a:chOff x="0" y="-28575"/>
            <a:chExt cx="872016" cy="841375"/>
          </a:xfrm>
        </p:grpSpPr>
        <p:sp>
          <p:nvSpPr>
            <p:cNvPr id="370" name="Google Shape;370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7"/>
          <p:cNvGrpSpPr/>
          <p:nvPr/>
        </p:nvGrpSpPr>
        <p:grpSpPr>
          <a:xfrm>
            <a:off x="2745004" y="5541231"/>
            <a:ext cx="5308457" cy="5121937"/>
            <a:chOff x="0" y="-28575"/>
            <a:chExt cx="872016" cy="841375"/>
          </a:xfrm>
        </p:grpSpPr>
        <p:sp>
          <p:nvSpPr>
            <p:cNvPr id="373" name="Google Shape;373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7318203" y="1239336"/>
            <a:ext cx="357149" cy="366499"/>
            <a:chOff x="7318203" y="1239336"/>
            <a:chExt cx="357149" cy="366499"/>
          </a:xfrm>
        </p:grpSpPr>
        <p:grpSp>
          <p:nvGrpSpPr>
            <p:cNvPr id="376" name="Google Shape;376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9" name="Google Shape;379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0" name="Google Shape;380;p7"/>
          <p:cNvSpPr txBox="1"/>
          <p:nvPr/>
        </p:nvSpPr>
        <p:spPr>
          <a:xfrm>
            <a:off x="4192955" y="1260136"/>
            <a:ext cx="241255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STRENGTHS</a:t>
            </a:r>
          </a:p>
        </p:txBody>
      </p:sp>
      <p:sp>
        <p:nvSpPr>
          <p:cNvPr id="381" name="Google Shape;381;p7"/>
          <p:cNvSpPr txBox="1"/>
          <p:nvPr/>
        </p:nvSpPr>
        <p:spPr>
          <a:xfrm>
            <a:off x="3906386" y="5845233"/>
            <a:ext cx="298569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OPPORTUNITIES</a:t>
            </a:r>
          </a:p>
        </p:txBody>
      </p:sp>
      <p:sp>
        <p:nvSpPr>
          <p:cNvPr id="382" name="Google Shape;382;p7"/>
          <p:cNvSpPr txBox="1"/>
          <p:nvPr/>
        </p:nvSpPr>
        <p:spPr>
          <a:xfrm>
            <a:off x="11298964" y="1260136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WEAKNESSES</a:t>
            </a:r>
          </a:p>
        </p:txBody>
      </p:sp>
      <p:sp>
        <p:nvSpPr>
          <p:cNvPr id="383" name="Google Shape;383;p7"/>
          <p:cNvSpPr txBox="1"/>
          <p:nvPr/>
        </p:nvSpPr>
        <p:spPr>
          <a:xfrm>
            <a:off x="11298964" y="5845233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THREATS</a:t>
            </a:r>
          </a:p>
        </p:txBody>
      </p:sp>
      <p:sp>
        <p:nvSpPr>
          <p:cNvPr id="384" name="Google Shape;384;p7"/>
          <p:cNvSpPr txBox="1"/>
          <p:nvPr/>
        </p:nvSpPr>
        <p:spPr>
          <a:xfrm>
            <a:off x="3305407" y="2264189"/>
            <a:ext cx="4187651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 doing well?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sets you apart?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good qualities?</a:t>
            </a:r>
          </a:p>
        </p:txBody>
      </p:sp>
      <p:sp>
        <p:nvSpPr>
          <p:cNvPr id="385" name="Google Shape;385;p7"/>
          <p:cNvSpPr txBox="1"/>
          <p:nvPr/>
        </p:nvSpPr>
        <p:spPr>
          <a:xfrm>
            <a:off x="3684733" y="6875978"/>
            <a:ext cx="3429000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goals?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demands shifting?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How can it be improved?</a:t>
            </a:r>
          </a:p>
        </p:txBody>
      </p:sp>
      <p:sp>
        <p:nvSpPr>
          <p:cNvPr id="386" name="Google Shape;386;p7"/>
          <p:cNvSpPr txBox="1"/>
          <p:nvPr/>
        </p:nvSpPr>
        <p:spPr>
          <a:xfrm>
            <a:off x="10428266" y="2264189"/>
            <a:ext cx="4959102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Where do you need to improve?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resources adequate?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do others do better than you?</a:t>
            </a:r>
          </a:p>
        </p:txBody>
      </p:sp>
      <p:sp>
        <p:nvSpPr>
          <p:cNvPr id="387" name="Google Shape;387;p7"/>
          <p:cNvSpPr txBox="1"/>
          <p:nvPr/>
        </p:nvSpPr>
        <p:spPr>
          <a:xfrm>
            <a:off x="9819913" y="7185541"/>
            <a:ext cx="6175808" cy="119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the blockers you're facing? </a:t>
            </a: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factors outside of your control?</a:t>
            </a:r>
          </a:p>
        </p:txBody>
      </p:sp>
      <p:grpSp>
        <p:nvGrpSpPr>
          <p:cNvPr id="388" name="Google Shape;388;p7"/>
          <p:cNvGrpSpPr/>
          <p:nvPr/>
        </p:nvGrpSpPr>
        <p:grpSpPr>
          <a:xfrm>
            <a:off x="7318203" y="5848961"/>
            <a:ext cx="357149" cy="366499"/>
            <a:chOff x="7318203" y="1239336"/>
            <a:chExt cx="357149" cy="366499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2" name="Google Shape;39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3" name="Google Shape;393;p7"/>
          <p:cNvGrpSpPr/>
          <p:nvPr/>
        </p:nvGrpSpPr>
        <p:grpSpPr>
          <a:xfrm>
            <a:off x="14824256" y="1239336"/>
            <a:ext cx="357149" cy="366499"/>
            <a:chOff x="7318203" y="1239336"/>
            <a:chExt cx="357149" cy="366499"/>
          </a:xfrm>
        </p:grpSpPr>
        <p:grpSp>
          <p:nvGrpSpPr>
            <p:cNvPr id="394" name="Google Shape;394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5" name="Google Shape;395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8" name="Google Shape;398;p7"/>
          <p:cNvGrpSpPr/>
          <p:nvPr/>
        </p:nvGrpSpPr>
        <p:grpSpPr>
          <a:xfrm>
            <a:off x="14824256" y="5848961"/>
            <a:ext cx="357149" cy="366499"/>
            <a:chOff x="7318203" y="1239336"/>
            <a:chExt cx="357149" cy="366499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2" name="Google Shape;40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4" name="Google Shape;514;p10"/>
          <p:cNvPicPr preferRelativeResize="0"/>
          <p:nvPr/>
        </p:nvPicPr>
        <p:blipFill rotWithShape="1">
          <a:blip r:embed="rId4"/>
          <a:srcRect l="6384" r="6385"/>
          <a:stretch>
            <a:fillRect/>
          </a:stretch>
        </p:blipFill>
        <p:spPr>
          <a:xfrm>
            <a:off x="8631530" y="2825588"/>
            <a:ext cx="7208373" cy="5509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Add a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Section Header</a:t>
            </a: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4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4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4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</a:p>
        </p:txBody>
      </p:sp>
      <p:graphicFrame>
        <p:nvGraphicFramePr>
          <p:cNvPr id="592" name="Google Shape;592;p12"/>
          <p:cNvGraphicFramePr/>
          <p:nvPr>
            <p:extLst>
              <p:ext uri="{D42A27DB-BD31-4B8C-83A1-F6EECF244321}">
                <p14:modId xmlns:p14="http://schemas.microsoft.com/office/powerpoint/2010/main" val="3377166880"/>
              </p:ext>
            </p:extLst>
          </p:nvPr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$ 1000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 dirty="0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 dirty="0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543</Words>
  <Application>Microsoft Macintosh PowerPoint</Application>
  <PresentationFormat>自定义</PresentationFormat>
  <Paragraphs>133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Josefin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4</cp:revision>
  <dcterms:created xsi:type="dcterms:W3CDTF">2023-07-18T20:25:56Z</dcterms:created>
  <dcterms:modified xsi:type="dcterms:W3CDTF">2025-09-04T07:01:04Z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2052-5.5.1.7991</vt:lpwstr>
  </property>
</Properties>
</file>