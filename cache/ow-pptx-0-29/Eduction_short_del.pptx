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75" r:id="rId5"/>
    <p:sldId id="276" r:id="rId6"/>
  </p:sldIdLst>
  <p:sldSz cx="18288000" cy="10287000"/>
  <p:notesSz cx="6858000" cy="9144000"/>
  <p:embeddedFontLst>
    <p:embeddedFont>
      <p:font typeface="Calibri" panose="020F0502020204030204"/>
      <p:regular r:id="rId10"/>
    </p:embeddedFont>
    <p:embeddedFont>
      <p:font typeface="Ubuntu" panose="020B0804030602030204"/>
      <p:regular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30" userDrawn="1">
          <p15:clr>
            <a:srgbClr val="000000"/>
          </p15:clr>
        </p15:guide>
        <p15:guide id="2" pos="2909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4632"/>
  </p:normalViewPr>
  <p:slideViewPr>
    <p:cSldViewPr snapToGrid="0" showGuides="1">
      <p:cViewPr varScale="1">
        <p:scale>
          <a:sx n="74" d="100"/>
          <a:sy n="74" d="100"/>
        </p:scale>
        <p:origin x="600" y="184"/>
      </p:cViewPr>
      <p:guideLst>
        <p:guide orient="horz" pos="2130"/>
        <p:guide pos="29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2" name="Google Shape;41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5" name="Google Shape;45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3321704" y="-3935391"/>
            <a:ext cx="7835660" cy="7870782"/>
            <a:chOff x="1813" y="0"/>
            <a:chExt cx="809173" cy="812800"/>
          </a:xfrm>
        </p:grpSpPr>
        <p:sp>
          <p:nvSpPr>
            <p:cNvPr id="85" name="Google Shape;85;p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99B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14480994" y="3158114"/>
            <a:ext cx="8518024" cy="8556205"/>
            <a:chOff x="1813" y="0"/>
            <a:chExt cx="809173" cy="812800"/>
          </a:xfrm>
        </p:grpSpPr>
        <p:sp>
          <p:nvSpPr>
            <p:cNvPr id="88" name="Google Shape;88;p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90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1375103">
            <a:off x="10600208" y="1214198"/>
            <a:ext cx="1315811" cy="1791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420788">
            <a:off x="15830851" y="761504"/>
            <a:ext cx="811074" cy="1300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3"/>
          <a:srcRect l="15004" r="16134" b="4743"/>
          <a:stretch>
            <a:fillRect/>
          </a:stretch>
        </p:blipFill>
        <p:spPr>
          <a:xfrm>
            <a:off x="8641690" y="872021"/>
            <a:ext cx="9310536" cy="724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20"/>
          <p:cNvPicPr preferRelativeResize="0"/>
          <p:nvPr/>
        </p:nvPicPr>
        <p:blipFill rotWithShape="1">
          <a:blip r:embed="rId1"/>
          <a:srcRect l="53546" t="16922" r="6667" b="12975"/>
          <a:stretch>
            <a:fillRect/>
          </a:stretch>
        </p:blipFill>
        <p:spPr>
          <a:xfrm>
            <a:off x="11314075" y="4367575"/>
            <a:ext cx="5743877" cy="56922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5" name="Google Shape;415;p20"/>
          <p:cNvGrpSpPr/>
          <p:nvPr/>
        </p:nvGrpSpPr>
        <p:grpSpPr>
          <a:xfrm>
            <a:off x="856804" y="1050614"/>
            <a:ext cx="8827966" cy="8716017"/>
            <a:chOff x="0" y="-57150"/>
            <a:chExt cx="11770621" cy="11621355"/>
          </a:xfrm>
        </p:grpSpPr>
        <p:sp>
          <p:nvSpPr>
            <p:cNvPr id="416" name="Google Shape;416;p20"/>
            <p:cNvSpPr txBox="1"/>
            <p:nvPr/>
          </p:nvSpPr>
          <p:spPr>
            <a:xfrm>
              <a:off x="788583" y="11029535"/>
              <a:ext cx="122495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Item 1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17" name="Google Shape;417;p20"/>
            <p:cNvSpPr txBox="1"/>
            <p:nvPr/>
          </p:nvSpPr>
          <p:spPr>
            <a:xfrm>
              <a:off x="3221357" y="11029535"/>
              <a:ext cx="122495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Item 2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18" name="Google Shape;418;p20"/>
            <p:cNvSpPr txBox="1"/>
            <p:nvPr/>
          </p:nvSpPr>
          <p:spPr>
            <a:xfrm>
              <a:off x="5654131" y="11029535"/>
              <a:ext cx="122495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Item 3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19" name="Google Shape;419;p20"/>
            <p:cNvSpPr txBox="1"/>
            <p:nvPr/>
          </p:nvSpPr>
          <p:spPr>
            <a:xfrm>
              <a:off x="8086905" y="11029535"/>
              <a:ext cx="122495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Item 4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20" name="Google Shape;420;p20"/>
            <p:cNvSpPr txBox="1"/>
            <p:nvPr/>
          </p:nvSpPr>
          <p:spPr>
            <a:xfrm>
              <a:off x="10519678" y="11029535"/>
              <a:ext cx="122495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Item 5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grpSp>
          <p:nvGrpSpPr>
            <p:cNvPr id="421" name="Google Shape;421;p20"/>
            <p:cNvGrpSpPr/>
            <p:nvPr/>
          </p:nvGrpSpPr>
          <p:grpSpPr>
            <a:xfrm>
              <a:off x="762595" y="232410"/>
              <a:ext cx="11008026" cy="10657425"/>
              <a:chOff x="0" y="-6350"/>
              <a:chExt cx="11008026" cy="10657425"/>
            </a:xfrm>
          </p:grpSpPr>
          <p:sp>
            <p:nvSpPr>
              <p:cNvPr id="422" name="Google Shape;422;p20"/>
              <p:cNvSpPr/>
              <p:nvPr/>
            </p:nvSpPr>
            <p:spPr>
              <a:xfrm>
                <a:off x="0" y="-6350"/>
                <a:ext cx="11008026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1008026" h="12700" extrusionOk="0">
                    <a:moveTo>
                      <a:pt x="0" y="0"/>
                    </a:moveTo>
                    <a:lnTo>
                      <a:pt x="11008026" y="0"/>
                    </a:lnTo>
                    <a:lnTo>
                      <a:pt x="11008026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423" name="Google Shape;423;p20"/>
              <p:cNvSpPr/>
              <p:nvPr/>
            </p:nvSpPr>
            <p:spPr>
              <a:xfrm>
                <a:off x="0" y="2122595"/>
                <a:ext cx="11008026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1008026" h="12700" extrusionOk="0">
                    <a:moveTo>
                      <a:pt x="0" y="0"/>
                    </a:moveTo>
                    <a:lnTo>
                      <a:pt x="11008026" y="0"/>
                    </a:lnTo>
                    <a:lnTo>
                      <a:pt x="11008026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424" name="Google Shape;424;p20"/>
              <p:cNvSpPr/>
              <p:nvPr/>
            </p:nvSpPr>
            <p:spPr>
              <a:xfrm>
                <a:off x="0" y="4251540"/>
                <a:ext cx="11008026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1008026" h="12700" extrusionOk="0">
                    <a:moveTo>
                      <a:pt x="0" y="0"/>
                    </a:moveTo>
                    <a:lnTo>
                      <a:pt x="11008026" y="0"/>
                    </a:lnTo>
                    <a:lnTo>
                      <a:pt x="11008026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425" name="Google Shape;425;p20"/>
              <p:cNvSpPr/>
              <p:nvPr/>
            </p:nvSpPr>
            <p:spPr>
              <a:xfrm>
                <a:off x="0" y="6380485"/>
                <a:ext cx="11008026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1008026" h="12700" extrusionOk="0">
                    <a:moveTo>
                      <a:pt x="0" y="0"/>
                    </a:moveTo>
                    <a:lnTo>
                      <a:pt x="11008026" y="0"/>
                    </a:lnTo>
                    <a:lnTo>
                      <a:pt x="11008026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426" name="Google Shape;426;p20"/>
              <p:cNvSpPr/>
              <p:nvPr/>
            </p:nvSpPr>
            <p:spPr>
              <a:xfrm>
                <a:off x="0" y="8509430"/>
                <a:ext cx="11008026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1008026" h="12700" extrusionOk="0">
                    <a:moveTo>
                      <a:pt x="0" y="0"/>
                    </a:moveTo>
                    <a:lnTo>
                      <a:pt x="11008026" y="0"/>
                    </a:lnTo>
                    <a:lnTo>
                      <a:pt x="11008026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427" name="Google Shape;427;p20"/>
              <p:cNvSpPr/>
              <p:nvPr/>
            </p:nvSpPr>
            <p:spPr>
              <a:xfrm>
                <a:off x="0" y="10638375"/>
                <a:ext cx="11008026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1008026" h="12700" extrusionOk="0">
                    <a:moveTo>
                      <a:pt x="0" y="0"/>
                    </a:moveTo>
                    <a:lnTo>
                      <a:pt x="11008026" y="0"/>
                    </a:lnTo>
                    <a:lnTo>
                      <a:pt x="11008026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60000"/>
                </a:srgbClr>
              </a:solidFill>
              <a:ln>
                <a:noFill/>
              </a:ln>
            </p:spPr>
          </p:sp>
        </p:grpSp>
        <p:sp>
          <p:nvSpPr>
            <p:cNvPr id="428" name="Google Shape;428;p20"/>
            <p:cNvSpPr txBox="1"/>
            <p:nvPr/>
          </p:nvSpPr>
          <p:spPr>
            <a:xfrm>
              <a:off x="0" y="-57150"/>
              <a:ext cx="55939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50 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29" name="Google Shape;429;p20"/>
            <p:cNvSpPr txBox="1"/>
            <p:nvPr/>
          </p:nvSpPr>
          <p:spPr>
            <a:xfrm>
              <a:off x="0" y="2071795"/>
              <a:ext cx="55939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40 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30" name="Google Shape;430;p20"/>
            <p:cNvSpPr txBox="1"/>
            <p:nvPr/>
          </p:nvSpPr>
          <p:spPr>
            <a:xfrm>
              <a:off x="0" y="4200740"/>
              <a:ext cx="55939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30 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31" name="Google Shape;431;p20"/>
            <p:cNvSpPr txBox="1"/>
            <p:nvPr/>
          </p:nvSpPr>
          <p:spPr>
            <a:xfrm>
              <a:off x="0" y="6329685"/>
              <a:ext cx="55939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20 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32" name="Google Shape;432;p20"/>
            <p:cNvSpPr txBox="1"/>
            <p:nvPr/>
          </p:nvSpPr>
          <p:spPr>
            <a:xfrm>
              <a:off x="0" y="8458630"/>
              <a:ext cx="55939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10 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33" name="Google Shape;433;p20"/>
            <p:cNvSpPr txBox="1"/>
            <p:nvPr/>
          </p:nvSpPr>
          <p:spPr>
            <a:xfrm>
              <a:off x="230882" y="10587575"/>
              <a:ext cx="328513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0 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grpSp>
          <p:nvGrpSpPr>
            <p:cNvPr id="434" name="Google Shape;434;p20"/>
            <p:cNvGrpSpPr/>
            <p:nvPr/>
          </p:nvGrpSpPr>
          <p:grpSpPr>
            <a:xfrm>
              <a:off x="762595" y="232410"/>
              <a:ext cx="11008026" cy="10651076"/>
              <a:chOff x="0" y="-6350"/>
              <a:chExt cx="11008026" cy="10651076"/>
            </a:xfrm>
          </p:grpSpPr>
          <p:sp>
            <p:nvSpPr>
              <p:cNvPr id="435" name="Google Shape;435;p20"/>
              <p:cNvSpPr/>
              <p:nvPr/>
            </p:nvSpPr>
            <p:spPr>
              <a:xfrm>
                <a:off x="0" y="8503080"/>
                <a:ext cx="1276931" cy="2141645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2141645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2141645"/>
                    </a:lnTo>
                    <a:lnTo>
                      <a:pt x="0" y="2141645"/>
                    </a:lnTo>
                    <a:close/>
                  </a:path>
                </a:pathLst>
              </a:custGeom>
              <a:solidFill>
                <a:srgbClr val="A2B85E"/>
              </a:solidFill>
              <a:ln>
                <a:noFill/>
              </a:ln>
            </p:spPr>
          </p:sp>
          <p:sp>
            <p:nvSpPr>
              <p:cNvPr id="436" name="Google Shape;436;p20"/>
              <p:cNvSpPr/>
              <p:nvPr/>
            </p:nvSpPr>
            <p:spPr>
              <a:xfrm>
                <a:off x="2432774" y="6380485"/>
                <a:ext cx="1276931" cy="4264240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4264240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4264240"/>
                    </a:lnTo>
                    <a:lnTo>
                      <a:pt x="0" y="4264240"/>
                    </a:lnTo>
                    <a:close/>
                  </a:path>
                </a:pathLst>
              </a:custGeom>
              <a:solidFill>
                <a:srgbClr val="A2B85E"/>
              </a:solidFill>
              <a:ln>
                <a:noFill/>
              </a:ln>
            </p:spPr>
          </p:sp>
          <p:sp>
            <p:nvSpPr>
              <p:cNvPr id="437" name="Google Shape;437;p20"/>
              <p:cNvSpPr/>
              <p:nvPr/>
            </p:nvSpPr>
            <p:spPr>
              <a:xfrm>
                <a:off x="4865548" y="4251540"/>
                <a:ext cx="1276931" cy="6393185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6393185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6393185"/>
                    </a:lnTo>
                    <a:lnTo>
                      <a:pt x="0" y="6393185"/>
                    </a:lnTo>
                    <a:close/>
                  </a:path>
                </a:pathLst>
              </a:custGeom>
              <a:solidFill>
                <a:srgbClr val="A2B85E"/>
              </a:solidFill>
              <a:ln>
                <a:noFill/>
              </a:ln>
            </p:spPr>
          </p:sp>
          <p:sp>
            <p:nvSpPr>
              <p:cNvPr id="438" name="Google Shape;438;p20"/>
              <p:cNvSpPr/>
              <p:nvPr/>
            </p:nvSpPr>
            <p:spPr>
              <a:xfrm>
                <a:off x="7298321" y="2122595"/>
                <a:ext cx="1276931" cy="8522130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8522130" extrusionOk="0">
                    <a:moveTo>
                      <a:pt x="0" y="0"/>
                    </a:moveTo>
                    <a:lnTo>
                      <a:pt x="1276932" y="0"/>
                    </a:lnTo>
                    <a:lnTo>
                      <a:pt x="1276932" y="8522130"/>
                    </a:lnTo>
                    <a:lnTo>
                      <a:pt x="0" y="8522130"/>
                    </a:lnTo>
                    <a:close/>
                  </a:path>
                </a:pathLst>
              </a:custGeom>
              <a:solidFill>
                <a:srgbClr val="A2B85E"/>
              </a:solidFill>
              <a:ln>
                <a:noFill/>
              </a:ln>
            </p:spPr>
          </p:sp>
          <p:sp>
            <p:nvSpPr>
              <p:cNvPr id="439" name="Google Shape;439;p20"/>
              <p:cNvSpPr/>
              <p:nvPr/>
            </p:nvSpPr>
            <p:spPr>
              <a:xfrm>
                <a:off x="9731095" y="-6350"/>
                <a:ext cx="1276931" cy="10651075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10651075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10651075"/>
                    </a:lnTo>
                    <a:lnTo>
                      <a:pt x="0" y="10651075"/>
                    </a:lnTo>
                    <a:close/>
                  </a:path>
                </a:pathLst>
              </a:custGeom>
              <a:solidFill>
                <a:srgbClr val="A2B85E"/>
              </a:solidFill>
              <a:ln>
                <a:noFill/>
              </a:ln>
            </p:spPr>
          </p:sp>
          <p:sp>
            <p:nvSpPr>
              <p:cNvPr id="440" name="Google Shape;440;p20"/>
              <p:cNvSpPr/>
              <p:nvPr/>
            </p:nvSpPr>
            <p:spPr>
              <a:xfrm>
                <a:off x="0" y="9573902"/>
                <a:ext cx="1276931" cy="1070823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1070823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1070823"/>
                    </a:lnTo>
                    <a:lnTo>
                      <a:pt x="0" y="1070823"/>
                    </a:lnTo>
                    <a:close/>
                  </a:path>
                </a:pathLst>
              </a:custGeom>
              <a:solidFill>
                <a:srgbClr val="F9B458"/>
              </a:solidFill>
              <a:ln>
                <a:noFill/>
              </a:ln>
            </p:spPr>
          </p:sp>
          <p:sp>
            <p:nvSpPr>
              <p:cNvPr id="441" name="Google Shape;441;p20"/>
              <p:cNvSpPr/>
              <p:nvPr/>
            </p:nvSpPr>
            <p:spPr>
              <a:xfrm>
                <a:off x="2432774" y="7233333"/>
                <a:ext cx="1276931" cy="3411393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3411393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3411392"/>
                    </a:lnTo>
                    <a:lnTo>
                      <a:pt x="0" y="3411392"/>
                    </a:lnTo>
                    <a:close/>
                  </a:path>
                </a:pathLst>
              </a:custGeom>
              <a:solidFill>
                <a:srgbClr val="F9B458"/>
              </a:solidFill>
              <a:ln>
                <a:noFill/>
              </a:ln>
            </p:spPr>
          </p:sp>
          <p:sp>
            <p:nvSpPr>
              <p:cNvPr id="442" name="Google Shape;442;p20"/>
              <p:cNvSpPr/>
              <p:nvPr/>
            </p:nvSpPr>
            <p:spPr>
              <a:xfrm>
                <a:off x="4865548" y="5317071"/>
                <a:ext cx="1276931" cy="5327655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5327655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5327654"/>
                    </a:lnTo>
                    <a:lnTo>
                      <a:pt x="0" y="5327654"/>
                    </a:lnTo>
                    <a:close/>
                  </a:path>
                </a:pathLst>
              </a:custGeom>
              <a:solidFill>
                <a:srgbClr val="F9B458"/>
              </a:solidFill>
              <a:ln>
                <a:noFill/>
              </a:ln>
            </p:spPr>
          </p:sp>
          <p:sp>
            <p:nvSpPr>
              <p:cNvPr id="443" name="Google Shape;443;p20"/>
              <p:cNvSpPr/>
              <p:nvPr/>
            </p:nvSpPr>
            <p:spPr>
              <a:xfrm>
                <a:off x="7298321" y="3827021"/>
                <a:ext cx="1276931" cy="6817704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6817704" extrusionOk="0">
                    <a:moveTo>
                      <a:pt x="0" y="0"/>
                    </a:moveTo>
                    <a:lnTo>
                      <a:pt x="1276932" y="0"/>
                    </a:lnTo>
                    <a:lnTo>
                      <a:pt x="1276932" y="6817704"/>
                    </a:lnTo>
                    <a:lnTo>
                      <a:pt x="0" y="6817704"/>
                    </a:lnTo>
                    <a:close/>
                  </a:path>
                </a:pathLst>
              </a:custGeom>
              <a:solidFill>
                <a:srgbClr val="F9B458"/>
              </a:solidFill>
              <a:ln>
                <a:noFill/>
              </a:ln>
            </p:spPr>
          </p:sp>
          <p:sp>
            <p:nvSpPr>
              <p:cNvPr id="444" name="Google Shape;444;p20"/>
              <p:cNvSpPr/>
              <p:nvPr/>
            </p:nvSpPr>
            <p:spPr>
              <a:xfrm>
                <a:off x="9731095" y="1697822"/>
                <a:ext cx="1276931" cy="8946904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8946904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8946903"/>
                    </a:lnTo>
                    <a:lnTo>
                      <a:pt x="0" y="8946903"/>
                    </a:lnTo>
                    <a:close/>
                  </a:path>
                </a:pathLst>
              </a:custGeom>
              <a:solidFill>
                <a:srgbClr val="F9B458"/>
              </a:solidFill>
              <a:ln>
                <a:noFill/>
              </a:ln>
            </p:spPr>
          </p:sp>
          <p:sp>
            <p:nvSpPr>
              <p:cNvPr id="445" name="Google Shape;445;p20"/>
              <p:cNvSpPr/>
              <p:nvPr/>
            </p:nvSpPr>
            <p:spPr>
              <a:xfrm>
                <a:off x="0" y="10644725"/>
                <a:ext cx="1276931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120000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A1BF"/>
              </a:solidFill>
              <a:ln>
                <a:noFill/>
              </a:ln>
            </p:spPr>
          </p:sp>
          <p:sp>
            <p:nvSpPr>
              <p:cNvPr id="446" name="Google Shape;446;p20"/>
              <p:cNvSpPr/>
              <p:nvPr/>
            </p:nvSpPr>
            <p:spPr>
              <a:xfrm>
                <a:off x="2432774" y="8939029"/>
                <a:ext cx="1276931" cy="1705697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1705697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1705696"/>
                    </a:lnTo>
                    <a:lnTo>
                      <a:pt x="0" y="1705696"/>
                    </a:lnTo>
                    <a:close/>
                  </a:path>
                </a:pathLst>
              </a:custGeom>
              <a:solidFill>
                <a:srgbClr val="79A1BF"/>
              </a:solidFill>
              <a:ln>
                <a:noFill/>
              </a:ln>
            </p:spPr>
          </p:sp>
          <p:sp>
            <p:nvSpPr>
              <p:cNvPr id="447" name="Google Shape;447;p20"/>
              <p:cNvSpPr/>
              <p:nvPr/>
            </p:nvSpPr>
            <p:spPr>
              <a:xfrm>
                <a:off x="4865548" y="7448133"/>
                <a:ext cx="1276931" cy="3196592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3196592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3196592"/>
                    </a:lnTo>
                    <a:lnTo>
                      <a:pt x="0" y="3196592"/>
                    </a:lnTo>
                    <a:close/>
                  </a:path>
                </a:pathLst>
              </a:custGeom>
              <a:solidFill>
                <a:srgbClr val="79A1BF"/>
              </a:solidFill>
              <a:ln>
                <a:noFill/>
              </a:ln>
            </p:spPr>
          </p:sp>
          <p:sp>
            <p:nvSpPr>
              <p:cNvPr id="448" name="Google Shape;448;p20"/>
              <p:cNvSpPr/>
              <p:nvPr/>
            </p:nvSpPr>
            <p:spPr>
              <a:xfrm>
                <a:off x="7298321" y="6809767"/>
                <a:ext cx="1276931" cy="3834959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3834959" extrusionOk="0">
                    <a:moveTo>
                      <a:pt x="0" y="0"/>
                    </a:moveTo>
                    <a:lnTo>
                      <a:pt x="1276932" y="0"/>
                    </a:lnTo>
                    <a:lnTo>
                      <a:pt x="1276932" y="3834958"/>
                    </a:lnTo>
                    <a:lnTo>
                      <a:pt x="0" y="3834958"/>
                    </a:lnTo>
                    <a:close/>
                  </a:path>
                </a:pathLst>
              </a:custGeom>
              <a:solidFill>
                <a:srgbClr val="79A1BF"/>
              </a:solidFill>
              <a:ln>
                <a:noFill/>
              </a:ln>
            </p:spPr>
          </p:sp>
          <p:sp>
            <p:nvSpPr>
              <p:cNvPr id="449" name="Google Shape;449;p20"/>
              <p:cNvSpPr/>
              <p:nvPr/>
            </p:nvSpPr>
            <p:spPr>
              <a:xfrm>
                <a:off x="9731095" y="5958252"/>
                <a:ext cx="1276931" cy="4686473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4686473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4686473"/>
                    </a:lnTo>
                    <a:lnTo>
                      <a:pt x="0" y="4686473"/>
                    </a:lnTo>
                    <a:close/>
                  </a:path>
                </a:pathLst>
              </a:custGeom>
              <a:solidFill>
                <a:srgbClr val="79A1BF"/>
              </a:solidFill>
              <a:ln>
                <a:noFill/>
              </a:ln>
            </p:spPr>
          </p:sp>
        </p:grpSp>
      </p:grpSp>
      <p:grpSp>
        <p:nvGrpSpPr>
          <p:cNvPr id="450" name="Google Shape;450;p20"/>
          <p:cNvGrpSpPr/>
          <p:nvPr/>
        </p:nvGrpSpPr>
        <p:grpSpPr>
          <a:xfrm>
            <a:off x="10284276" y="1049183"/>
            <a:ext cx="7154775" cy="2974035"/>
            <a:chOff x="0" y="38100"/>
            <a:chExt cx="9539700" cy="3965380"/>
          </a:xfrm>
        </p:grpSpPr>
        <p:sp>
          <p:nvSpPr>
            <p:cNvPr id="451" name="Google Shape;451;p20"/>
            <p:cNvSpPr txBox="1"/>
            <p:nvPr/>
          </p:nvSpPr>
          <p:spPr>
            <a:xfrm>
              <a:off x="0" y="38100"/>
              <a:ext cx="9539700" cy="30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300" b="1" i="0" u="none" strike="noStrike" cap="none">
                  <a:solidFill>
                    <a:srgbClr val="A2B85E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Write Your Topic or Idea</a:t>
              </a:r>
              <a:endParaRPr>
                <a:solidFill>
                  <a:srgbClr val="A2B85E"/>
                </a:solidFill>
              </a:endParaRPr>
            </a:p>
          </p:txBody>
        </p:sp>
        <p:sp>
          <p:nvSpPr>
            <p:cNvPr id="452" name="Google Shape;452;p20"/>
            <p:cNvSpPr txBox="1"/>
            <p:nvPr/>
          </p:nvSpPr>
          <p:spPr>
            <a:xfrm>
              <a:off x="0" y="3468810"/>
              <a:ext cx="9539568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Elaborate on what you want to discuss. 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1"/>
          <p:cNvSpPr/>
          <p:nvPr/>
        </p:nvSpPr>
        <p:spPr>
          <a:xfrm>
            <a:off x="1052485" y="820010"/>
            <a:ext cx="16183030" cy="8646981"/>
          </a:xfrm>
          <a:custGeom>
            <a:avLst/>
            <a:gdLst/>
            <a:ahLst/>
            <a:cxnLst/>
            <a:rect l="l" t="t" r="r" b="b"/>
            <a:pathLst>
              <a:path w="4262197" h="2277394" extrusionOk="0">
                <a:moveTo>
                  <a:pt x="0" y="0"/>
                </a:moveTo>
                <a:lnTo>
                  <a:pt x="4262197" y="0"/>
                </a:lnTo>
                <a:lnTo>
                  <a:pt x="4262197" y="2277394"/>
                </a:lnTo>
                <a:lnTo>
                  <a:pt x="0" y="2277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458" name="Google Shape;458;p21"/>
          <p:cNvGrpSpPr/>
          <p:nvPr/>
        </p:nvGrpSpPr>
        <p:grpSpPr>
          <a:xfrm>
            <a:off x="8396758" y="1419125"/>
            <a:ext cx="1494481" cy="1501180"/>
            <a:chOff x="1813" y="0"/>
            <a:chExt cx="809173" cy="812800"/>
          </a:xfrm>
        </p:grpSpPr>
        <p:sp>
          <p:nvSpPr>
            <p:cNvPr id="459" name="Google Shape;459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0" name="Google Shape;460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461" name="Google Shape;461;p21"/>
          <p:cNvPicPr preferRelativeResize="0"/>
          <p:nvPr/>
        </p:nvPicPr>
        <p:blipFill rotWithShape="1">
          <a:blip r:embed="rId1"/>
          <a:srcRect t="38900" r="87500" b="38902"/>
          <a:stretch>
            <a:fillRect/>
          </a:stretch>
        </p:blipFill>
        <p:spPr>
          <a:xfrm>
            <a:off x="8430988" y="1457442"/>
            <a:ext cx="1426125" cy="14245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2" name="Google Shape;462;p21"/>
          <p:cNvCxnSpPr/>
          <p:nvPr/>
        </p:nvCxnSpPr>
        <p:spPr>
          <a:xfrm>
            <a:off x="5897880" y="4056254"/>
            <a:ext cx="6492240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3" name="Google Shape;463;p21"/>
          <p:cNvCxnSpPr/>
          <p:nvPr/>
        </p:nvCxnSpPr>
        <p:spPr>
          <a:xfrm rot="-5400000">
            <a:off x="8547733" y="3459986"/>
            <a:ext cx="1192535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64" name="Google Shape;464;p21"/>
          <p:cNvGrpSpPr/>
          <p:nvPr/>
        </p:nvGrpSpPr>
        <p:grpSpPr>
          <a:xfrm>
            <a:off x="4583953" y="3343764"/>
            <a:ext cx="1494481" cy="1501180"/>
            <a:chOff x="1813" y="0"/>
            <a:chExt cx="809173" cy="812800"/>
          </a:xfrm>
        </p:grpSpPr>
        <p:sp>
          <p:nvSpPr>
            <p:cNvPr id="465" name="Google Shape;465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6" name="Google Shape;466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67" name="Google Shape;467;p21"/>
          <p:cNvGrpSpPr/>
          <p:nvPr/>
        </p:nvGrpSpPr>
        <p:grpSpPr>
          <a:xfrm>
            <a:off x="12209562" y="3343764"/>
            <a:ext cx="1494481" cy="1501180"/>
            <a:chOff x="1813" y="0"/>
            <a:chExt cx="809173" cy="812800"/>
          </a:xfrm>
        </p:grpSpPr>
        <p:sp>
          <p:nvSpPr>
            <p:cNvPr id="468" name="Google Shape;468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9" name="Google Shape;469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cxnSp>
        <p:nvCxnSpPr>
          <p:cNvPr id="470" name="Google Shape;470;p21"/>
          <p:cNvCxnSpPr/>
          <p:nvPr/>
        </p:nvCxnSpPr>
        <p:spPr>
          <a:xfrm>
            <a:off x="3838265" y="6857727"/>
            <a:ext cx="10649003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1" name="Google Shape;471;p21"/>
          <p:cNvCxnSpPr/>
          <p:nvPr/>
        </p:nvCxnSpPr>
        <p:spPr>
          <a:xfrm rot="-5400000">
            <a:off x="4825283" y="6389915"/>
            <a:ext cx="973724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2" name="Google Shape;472;p21"/>
          <p:cNvCxnSpPr/>
          <p:nvPr/>
        </p:nvCxnSpPr>
        <p:spPr>
          <a:xfrm rot="-5400000">
            <a:off x="12488992" y="6389915"/>
            <a:ext cx="973724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73" name="Google Shape;473;p21"/>
          <p:cNvGrpSpPr/>
          <p:nvPr/>
        </p:nvGrpSpPr>
        <p:grpSpPr>
          <a:xfrm>
            <a:off x="2340433" y="6126187"/>
            <a:ext cx="1494481" cy="1501180"/>
            <a:chOff x="1813" y="0"/>
            <a:chExt cx="809173" cy="812800"/>
          </a:xfrm>
        </p:grpSpPr>
        <p:sp>
          <p:nvSpPr>
            <p:cNvPr id="474" name="Google Shape;474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5" name="Google Shape;475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76" name="Google Shape;476;p21"/>
          <p:cNvGrpSpPr/>
          <p:nvPr/>
        </p:nvGrpSpPr>
        <p:grpSpPr>
          <a:xfrm>
            <a:off x="6827474" y="6126187"/>
            <a:ext cx="1494481" cy="1501180"/>
            <a:chOff x="1813" y="0"/>
            <a:chExt cx="809173" cy="812800"/>
          </a:xfrm>
        </p:grpSpPr>
        <p:sp>
          <p:nvSpPr>
            <p:cNvPr id="477" name="Google Shape;477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8" name="Google Shape;478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79" name="Google Shape;479;p21"/>
          <p:cNvGrpSpPr/>
          <p:nvPr/>
        </p:nvGrpSpPr>
        <p:grpSpPr>
          <a:xfrm>
            <a:off x="14453083" y="6126187"/>
            <a:ext cx="1494481" cy="1501180"/>
            <a:chOff x="1813" y="0"/>
            <a:chExt cx="809173" cy="812800"/>
          </a:xfrm>
        </p:grpSpPr>
        <p:sp>
          <p:nvSpPr>
            <p:cNvPr id="480" name="Google Shape;480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1" name="Google Shape;481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82" name="Google Shape;482;p21"/>
          <p:cNvGrpSpPr/>
          <p:nvPr/>
        </p:nvGrpSpPr>
        <p:grpSpPr>
          <a:xfrm>
            <a:off x="9966042" y="6126187"/>
            <a:ext cx="1494481" cy="1501180"/>
            <a:chOff x="1813" y="0"/>
            <a:chExt cx="809173" cy="812800"/>
          </a:xfrm>
        </p:grpSpPr>
        <p:sp>
          <p:nvSpPr>
            <p:cNvPr id="483" name="Google Shape;483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4" name="Google Shape;484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85" name="Google Shape;485;p21"/>
          <p:cNvGrpSpPr/>
          <p:nvPr/>
        </p:nvGrpSpPr>
        <p:grpSpPr>
          <a:xfrm>
            <a:off x="10084822" y="1848261"/>
            <a:ext cx="2319418" cy="735263"/>
            <a:chOff x="0" y="9525"/>
            <a:chExt cx="3092557" cy="980351"/>
          </a:xfrm>
        </p:grpSpPr>
        <p:sp>
          <p:nvSpPr>
            <p:cNvPr id="486" name="Google Shape;486;p21"/>
            <p:cNvSpPr txBox="1"/>
            <p:nvPr/>
          </p:nvSpPr>
          <p:spPr>
            <a:xfrm>
              <a:off x="0" y="9525"/>
              <a:ext cx="2578989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NAME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87" name="Google Shape;487;p21"/>
            <p:cNvSpPr txBox="1"/>
            <p:nvPr/>
          </p:nvSpPr>
          <p:spPr>
            <a:xfrm>
              <a:off x="0" y="518325"/>
              <a:ext cx="3092557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Title or Position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488" name="Google Shape;488;p21"/>
          <p:cNvGrpSpPr/>
          <p:nvPr/>
        </p:nvGrpSpPr>
        <p:grpSpPr>
          <a:xfrm>
            <a:off x="4171487" y="4972799"/>
            <a:ext cx="2319418" cy="735263"/>
            <a:chOff x="0" y="9525"/>
            <a:chExt cx="3092557" cy="980351"/>
          </a:xfrm>
        </p:grpSpPr>
        <p:sp>
          <p:nvSpPr>
            <p:cNvPr id="489" name="Google Shape;489;p21"/>
            <p:cNvSpPr txBox="1"/>
            <p:nvPr/>
          </p:nvSpPr>
          <p:spPr>
            <a:xfrm>
              <a:off x="256784" y="9525"/>
              <a:ext cx="2578989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NAME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90" name="Google Shape;490;p21"/>
            <p:cNvSpPr txBox="1"/>
            <p:nvPr/>
          </p:nvSpPr>
          <p:spPr>
            <a:xfrm>
              <a:off x="0" y="518325"/>
              <a:ext cx="3092557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Title or Position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491" name="Google Shape;491;p21"/>
          <p:cNvGrpSpPr/>
          <p:nvPr/>
        </p:nvGrpSpPr>
        <p:grpSpPr>
          <a:xfrm>
            <a:off x="11797096" y="4972799"/>
            <a:ext cx="2319418" cy="735263"/>
            <a:chOff x="0" y="9525"/>
            <a:chExt cx="3092557" cy="980351"/>
          </a:xfrm>
        </p:grpSpPr>
        <p:sp>
          <p:nvSpPr>
            <p:cNvPr id="492" name="Google Shape;492;p21"/>
            <p:cNvSpPr txBox="1"/>
            <p:nvPr/>
          </p:nvSpPr>
          <p:spPr>
            <a:xfrm>
              <a:off x="256784" y="9525"/>
              <a:ext cx="2578989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NAME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93" name="Google Shape;493;p21"/>
            <p:cNvSpPr txBox="1"/>
            <p:nvPr/>
          </p:nvSpPr>
          <p:spPr>
            <a:xfrm>
              <a:off x="0" y="518325"/>
              <a:ext cx="3092557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Title or Position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494" name="Google Shape;494;p21"/>
          <p:cNvGrpSpPr/>
          <p:nvPr/>
        </p:nvGrpSpPr>
        <p:grpSpPr>
          <a:xfrm>
            <a:off x="1927966" y="7755223"/>
            <a:ext cx="2319418" cy="735263"/>
            <a:chOff x="0" y="9525"/>
            <a:chExt cx="3092557" cy="980351"/>
          </a:xfrm>
        </p:grpSpPr>
        <p:sp>
          <p:nvSpPr>
            <p:cNvPr id="495" name="Google Shape;495;p21"/>
            <p:cNvSpPr txBox="1"/>
            <p:nvPr/>
          </p:nvSpPr>
          <p:spPr>
            <a:xfrm>
              <a:off x="256784" y="9525"/>
              <a:ext cx="2578989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NAME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96" name="Google Shape;496;p21"/>
            <p:cNvSpPr txBox="1"/>
            <p:nvPr/>
          </p:nvSpPr>
          <p:spPr>
            <a:xfrm>
              <a:off x="0" y="518325"/>
              <a:ext cx="3092557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Title or Position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497" name="Google Shape;497;p21"/>
          <p:cNvGrpSpPr/>
          <p:nvPr/>
        </p:nvGrpSpPr>
        <p:grpSpPr>
          <a:xfrm>
            <a:off x="9553575" y="7755223"/>
            <a:ext cx="2319418" cy="735263"/>
            <a:chOff x="0" y="9525"/>
            <a:chExt cx="3092557" cy="980351"/>
          </a:xfrm>
        </p:grpSpPr>
        <p:sp>
          <p:nvSpPr>
            <p:cNvPr id="498" name="Google Shape;498;p21"/>
            <p:cNvSpPr txBox="1"/>
            <p:nvPr/>
          </p:nvSpPr>
          <p:spPr>
            <a:xfrm>
              <a:off x="256784" y="9525"/>
              <a:ext cx="2578989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NAME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99" name="Google Shape;499;p21"/>
            <p:cNvSpPr txBox="1"/>
            <p:nvPr/>
          </p:nvSpPr>
          <p:spPr>
            <a:xfrm>
              <a:off x="0" y="518325"/>
              <a:ext cx="3092557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Title or Position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500" name="Google Shape;500;p21"/>
          <p:cNvGrpSpPr/>
          <p:nvPr/>
        </p:nvGrpSpPr>
        <p:grpSpPr>
          <a:xfrm>
            <a:off x="6415007" y="7755223"/>
            <a:ext cx="2319418" cy="735263"/>
            <a:chOff x="0" y="9525"/>
            <a:chExt cx="3092557" cy="980351"/>
          </a:xfrm>
        </p:grpSpPr>
        <p:sp>
          <p:nvSpPr>
            <p:cNvPr id="501" name="Google Shape;501;p21"/>
            <p:cNvSpPr txBox="1"/>
            <p:nvPr/>
          </p:nvSpPr>
          <p:spPr>
            <a:xfrm>
              <a:off x="256784" y="9525"/>
              <a:ext cx="2578989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NAME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502" name="Google Shape;502;p21"/>
            <p:cNvSpPr txBox="1"/>
            <p:nvPr/>
          </p:nvSpPr>
          <p:spPr>
            <a:xfrm>
              <a:off x="0" y="518325"/>
              <a:ext cx="3092557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Title or Position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503" name="Google Shape;503;p21"/>
          <p:cNvGrpSpPr/>
          <p:nvPr/>
        </p:nvGrpSpPr>
        <p:grpSpPr>
          <a:xfrm>
            <a:off x="14040616" y="7755223"/>
            <a:ext cx="2319418" cy="735263"/>
            <a:chOff x="0" y="9525"/>
            <a:chExt cx="3092557" cy="980351"/>
          </a:xfrm>
        </p:grpSpPr>
        <p:sp>
          <p:nvSpPr>
            <p:cNvPr id="504" name="Google Shape;504;p21"/>
            <p:cNvSpPr txBox="1"/>
            <p:nvPr/>
          </p:nvSpPr>
          <p:spPr>
            <a:xfrm>
              <a:off x="256784" y="9525"/>
              <a:ext cx="2578989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NAME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505" name="Google Shape;505;p21"/>
            <p:cNvSpPr txBox="1"/>
            <p:nvPr/>
          </p:nvSpPr>
          <p:spPr>
            <a:xfrm>
              <a:off x="0" y="518325"/>
              <a:ext cx="3092557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Title or Position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sp>
        <p:nvSpPr>
          <p:cNvPr id="506" name="Google Shape;506;p21"/>
          <p:cNvSpPr txBox="1"/>
          <p:nvPr/>
        </p:nvSpPr>
        <p:spPr>
          <a:xfrm>
            <a:off x="10802950" y="8909950"/>
            <a:ext cx="6492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Add a Chart Page</a:t>
            </a:r>
            <a:endParaRPr lang="en-US" sz="6000" b="1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</p:txBody>
      </p:sp>
      <p:cxnSp>
        <p:nvCxnSpPr>
          <p:cNvPr id="507" name="Google Shape;507;p21"/>
          <p:cNvCxnSpPr/>
          <p:nvPr/>
        </p:nvCxnSpPr>
        <p:spPr>
          <a:xfrm rot="5400000">
            <a:off x="16934794" y="1073289"/>
            <a:ext cx="601441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08" name="Google Shape;508;p21"/>
          <p:cNvGrpSpPr/>
          <p:nvPr/>
        </p:nvGrpSpPr>
        <p:grpSpPr>
          <a:xfrm>
            <a:off x="1028700" y="763227"/>
            <a:ext cx="16230600" cy="610781"/>
            <a:chOff x="29" y="0"/>
            <a:chExt cx="21640800" cy="814376"/>
          </a:xfrm>
        </p:grpSpPr>
        <p:cxnSp>
          <p:nvCxnSpPr>
            <p:cNvPr id="509" name="Google Shape;509;p21"/>
            <p:cNvCxnSpPr/>
            <p:nvPr/>
          </p:nvCxnSpPr>
          <p:spPr>
            <a:xfrm rot="5400000">
              <a:off x="-369218" y="413416"/>
              <a:ext cx="801921" cy="0"/>
            </a:xfrm>
            <a:prstGeom prst="straightConnector1">
              <a:avLst/>
            </a:prstGeom>
            <a:noFill/>
            <a:ln w="50800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0" name="Google Shape;510;p21"/>
            <p:cNvCxnSpPr/>
            <p:nvPr/>
          </p:nvCxnSpPr>
          <p:spPr>
            <a:xfrm rot="3957">
              <a:off x="22" y="12455"/>
              <a:ext cx="21640814" cy="0"/>
            </a:xfrm>
            <a:prstGeom prst="straightConnector1">
              <a:avLst/>
            </a:prstGeom>
            <a:noFill/>
            <a:ln w="50800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11" name="Google Shape;511;p21"/>
          <p:cNvGrpSpPr/>
          <p:nvPr/>
        </p:nvGrpSpPr>
        <p:grpSpPr>
          <a:xfrm>
            <a:off x="1028700" y="5124450"/>
            <a:ext cx="9684584" cy="4342540"/>
            <a:chOff x="0" y="-25400"/>
            <a:chExt cx="12912778" cy="5790054"/>
          </a:xfrm>
        </p:grpSpPr>
        <p:cxnSp>
          <p:nvCxnSpPr>
            <p:cNvPr id="512" name="Google Shape;512;p21"/>
            <p:cNvCxnSpPr/>
            <p:nvPr/>
          </p:nvCxnSpPr>
          <p:spPr>
            <a:xfrm>
              <a:off x="0" y="5764654"/>
              <a:ext cx="12912778" cy="0"/>
            </a:xfrm>
            <a:prstGeom prst="straightConnector1">
              <a:avLst/>
            </a:prstGeom>
            <a:noFill/>
            <a:ln w="50800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3" name="Google Shape;513;p21"/>
            <p:cNvCxnSpPr/>
            <p:nvPr/>
          </p:nvCxnSpPr>
          <p:spPr>
            <a:xfrm rot="5400000">
              <a:off x="-2863314" y="2869627"/>
              <a:ext cx="5790054" cy="0"/>
            </a:xfrm>
            <a:prstGeom prst="straightConnector1">
              <a:avLst/>
            </a:prstGeom>
            <a:noFill/>
            <a:ln w="50800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514" name="Google Shape;514;p21"/>
          <p:cNvCxnSpPr/>
          <p:nvPr/>
        </p:nvCxnSpPr>
        <p:spPr>
          <a:xfrm rot="5400000">
            <a:off x="15357537" y="7002428"/>
            <a:ext cx="3755956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15" name="Google Shape;515;p21"/>
          <p:cNvPicPr preferRelativeResize="0"/>
          <p:nvPr/>
        </p:nvPicPr>
        <p:blipFill rotWithShape="1">
          <a:blip r:embed="rId2"/>
          <a:srcRect l="7054" t="9305" r="52929" b="19717"/>
          <a:stretch>
            <a:fillRect/>
          </a:stretch>
        </p:blipFill>
        <p:spPr>
          <a:xfrm>
            <a:off x="-457076" y="1118575"/>
            <a:ext cx="4017377" cy="4008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21"/>
          <p:cNvPicPr preferRelativeResize="0"/>
          <p:nvPr/>
        </p:nvPicPr>
        <p:blipFill rotWithShape="1">
          <a:blip r:embed="rId2"/>
          <a:srcRect l="54891" t="10950" r="2919" b="15008"/>
          <a:stretch>
            <a:fillRect/>
          </a:stretch>
        </p:blipFill>
        <p:spPr>
          <a:xfrm>
            <a:off x="14476873" y="983336"/>
            <a:ext cx="4235474" cy="4181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21"/>
          <p:cNvPicPr preferRelativeResize="0"/>
          <p:nvPr/>
        </p:nvPicPr>
        <p:blipFill rotWithShape="1">
          <a:blip r:embed="rId1"/>
          <a:srcRect l="14609" t="38900" r="72891" b="38902"/>
          <a:stretch>
            <a:fillRect/>
          </a:stretch>
        </p:blipFill>
        <p:spPr>
          <a:xfrm>
            <a:off x="4618125" y="3382080"/>
            <a:ext cx="1426125" cy="1424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21"/>
          <p:cNvPicPr preferRelativeResize="0"/>
          <p:nvPr/>
        </p:nvPicPr>
        <p:blipFill rotWithShape="1">
          <a:blip r:embed="rId1"/>
          <a:srcRect l="29184" t="38900" r="58315" b="38902"/>
          <a:stretch>
            <a:fillRect/>
          </a:stretch>
        </p:blipFill>
        <p:spPr>
          <a:xfrm>
            <a:off x="12243738" y="3382080"/>
            <a:ext cx="1426125" cy="1424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21"/>
          <p:cNvPicPr preferRelativeResize="0"/>
          <p:nvPr/>
        </p:nvPicPr>
        <p:blipFill rotWithShape="1">
          <a:blip r:embed="rId1"/>
          <a:srcRect l="43835" t="38900" r="43665" b="38902"/>
          <a:stretch>
            <a:fillRect/>
          </a:stretch>
        </p:blipFill>
        <p:spPr>
          <a:xfrm>
            <a:off x="2374613" y="6164492"/>
            <a:ext cx="1426125" cy="1424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21"/>
          <p:cNvPicPr preferRelativeResize="0"/>
          <p:nvPr/>
        </p:nvPicPr>
        <p:blipFill rotWithShape="1">
          <a:blip r:embed="rId1"/>
          <a:srcRect l="58334" t="38900" r="29166" b="38902"/>
          <a:stretch>
            <a:fillRect/>
          </a:stretch>
        </p:blipFill>
        <p:spPr>
          <a:xfrm>
            <a:off x="6861650" y="6164492"/>
            <a:ext cx="1426125" cy="1424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21"/>
          <p:cNvPicPr preferRelativeResize="0"/>
          <p:nvPr/>
        </p:nvPicPr>
        <p:blipFill rotWithShape="1">
          <a:blip r:embed="rId1"/>
          <a:srcRect l="72902" t="38900" r="14598" b="38902"/>
          <a:stretch>
            <a:fillRect/>
          </a:stretch>
        </p:blipFill>
        <p:spPr>
          <a:xfrm>
            <a:off x="10000225" y="6164492"/>
            <a:ext cx="1426125" cy="1424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21"/>
          <p:cNvPicPr preferRelativeResize="0"/>
          <p:nvPr/>
        </p:nvPicPr>
        <p:blipFill rotWithShape="1">
          <a:blip r:embed="rId1"/>
          <a:srcRect l="87500" t="38900" b="38902"/>
          <a:stretch>
            <a:fillRect/>
          </a:stretch>
        </p:blipFill>
        <p:spPr>
          <a:xfrm>
            <a:off x="14491200" y="6164492"/>
            <a:ext cx="1426125" cy="1424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</Words>
  <Application>WPS 表格</Application>
  <PresentationFormat>自定义</PresentationFormat>
  <Paragraphs>56</Paragraphs>
  <Slides>3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Arial</vt:lpstr>
      <vt:lpstr>Calibri</vt:lpstr>
      <vt:lpstr>Ubuntu</vt:lpstr>
      <vt:lpstr>微软雅黑</vt:lpstr>
      <vt:lpstr>汉仪旗黑</vt:lpstr>
      <vt:lpstr>宋体</vt:lpstr>
      <vt:lpstr>Arial Unicode MS</vt:lpstr>
      <vt:lpstr>汉仪书宋二KW</vt:lpstr>
      <vt:lpstr>Ubuntu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Jayus</cp:lastModifiedBy>
  <cp:revision>3</cp:revision>
  <dcterms:created xsi:type="dcterms:W3CDTF">2025-09-04T09:59:35Z</dcterms:created>
  <dcterms:modified xsi:type="dcterms:W3CDTF">2025-09-04T09:59:35Z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9F2D22E38FB46096BE52B96857E10315_42</vt:lpwstr>
  </property>
  <property fmtid="{D5CDD505-2E9C-101B-9397-08002B2CF9AE}" pid="3" name="KSOProductBuildVer">
    <vt:lpwstr>2052-12.1.21861.21861</vt:lpwstr>
  </property>
</Properties>
</file>