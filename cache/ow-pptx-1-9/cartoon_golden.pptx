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>
            <p:extLst>
              <p:ext uri="{D42A27DB-BD31-4B8C-83A1-F6EECF244321}">
                <p14:modId xmlns:p14="http://schemas.microsoft.com/office/powerpoint/2010/main" val="758067230"/>
              </p:ext>
            </p:extLst>
          </p:nvPr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$ 1000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$ 1250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$ 300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$ 2000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 dirty="0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 dirty="0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7</cp:revision>
  <dcterms:created xsi:type="dcterms:W3CDTF">2023-07-18T20:25:56Z</dcterms:created>
  <dcterms:modified xsi:type="dcterms:W3CDTF">2025-09-04T08:45:24Z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