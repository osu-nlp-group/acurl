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Calibri" panose="020F0502020204030204"/>
      <p:regular r:id="rId17"/>
    </p:embeddedFont>
    <p:embeddedFont>
      <p:font typeface="Ubuntu" panose="020B0804030602030204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A4FFFF3-AD38-4727-BA6A-636747385C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32"/>
  </p:normalViewPr>
  <p:slideViewPr>
    <p:cSldViewPr snapToGrid="0" showGuides="1">
      <p:cViewPr varScale="1">
        <p:scale>
          <a:sx n="74" d="100"/>
          <a:sy n="74" d="100"/>
        </p:scale>
        <p:origin x="6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321704" y="-3935391"/>
            <a:ext cx="7835660" cy="7870782"/>
            <a:chOff x="1813" y="0"/>
            <a:chExt cx="809173" cy="812800"/>
          </a:xfrm>
        </p:grpSpPr>
        <p:sp>
          <p:nvSpPr>
            <p:cNvPr id="85" name="Google Shape;85;p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99B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14480994" y="3158114"/>
            <a:ext cx="8518024" cy="8556205"/>
            <a:chOff x="1813" y="0"/>
            <a:chExt cx="809173" cy="812800"/>
          </a:xfrm>
        </p:grpSpPr>
        <p:sp>
          <p:nvSpPr>
            <p:cNvPr id="88" name="Google Shape;88;p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90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1375103">
            <a:off x="10600208" y="1214198"/>
            <a:ext cx="1315811" cy="1791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420788">
            <a:off x="15830851" y="761504"/>
            <a:ext cx="811074" cy="13005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"/>
          <p:cNvGrpSpPr/>
          <p:nvPr/>
        </p:nvGrpSpPr>
        <p:grpSpPr>
          <a:xfrm>
            <a:off x="838200" y="5278535"/>
            <a:ext cx="9926999" cy="4136444"/>
            <a:chOff x="0" y="-28575"/>
            <a:chExt cx="13236000" cy="5515258"/>
          </a:xfrm>
        </p:grpSpPr>
        <p:sp>
          <p:nvSpPr>
            <p:cNvPr id="93" name="Google Shape;93;p1"/>
            <p:cNvSpPr txBox="1"/>
            <p:nvPr/>
          </p:nvSpPr>
          <p:spPr>
            <a:xfrm>
              <a:off x="0" y="1060783"/>
              <a:ext cx="13236000" cy="442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80" b="1" i="0" u="none" strike="noStrike" cap="none" dirty="0">
                  <a:solidFill>
                    <a:srgbClr val="F28383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E-Learning Presentation</a:t>
              </a:r>
              <a:endParaRPr dirty="0">
                <a:solidFill>
                  <a:srgbClr val="F28383"/>
                </a:solidFill>
              </a:endParaRPr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0" y="-28575"/>
              <a:ext cx="100653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0" i="0" u="none" strike="noStrike" cap="none">
                  <a:solidFill>
                    <a:schemeClr val="dk1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Your Education Presentation</a:t>
              </a: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95" name="Google Shape;95;p1"/>
          <p:cNvPicPr preferRelativeResize="0"/>
          <p:nvPr/>
        </p:nvPicPr>
        <p:blipFill rotWithShape="1">
          <a:blip r:embed="rId3"/>
          <a:srcRect l="15004" r="16134" b="4743"/>
          <a:stretch>
            <a:fillRect/>
          </a:stretch>
        </p:blipFill>
        <p:spPr>
          <a:xfrm>
            <a:off x="8641690" y="872021"/>
            <a:ext cx="9310536" cy="724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76250" y="5539617"/>
            <a:ext cx="17335500" cy="4290009"/>
          </a:xfrm>
          <a:custGeom>
            <a:avLst/>
            <a:gdLst/>
            <a:ahLst/>
            <a:cxnLst/>
            <a:rect l="l" t="t" r="r" b="b"/>
            <a:pathLst>
              <a:path w="4565728" h="1129879" extrusionOk="0">
                <a:moveTo>
                  <a:pt x="16077" y="0"/>
                </a:moveTo>
                <a:lnTo>
                  <a:pt x="4549651" y="0"/>
                </a:lnTo>
                <a:cubicBezTo>
                  <a:pt x="4558530" y="0"/>
                  <a:pt x="4565728" y="7198"/>
                  <a:pt x="4565728" y="16077"/>
                </a:cubicBezTo>
                <a:lnTo>
                  <a:pt x="4565728" y="1113801"/>
                </a:lnTo>
                <a:cubicBezTo>
                  <a:pt x="4565728" y="1122681"/>
                  <a:pt x="4558530" y="1129879"/>
                  <a:pt x="4549651" y="1129879"/>
                </a:cubicBezTo>
                <a:lnTo>
                  <a:pt x="16077" y="1129879"/>
                </a:lnTo>
                <a:cubicBezTo>
                  <a:pt x="7198" y="1129879"/>
                  <a:pt x="0" y="1122681"/>
                  <a:pt x="0" y="1113801"/>
                </a:cubicBezTo>
                <a:lnTo>
                  <a:pt x="0" y="16077"/>
                </a:lnTo>
                <a:cubicBezTo>
                  <a:pt x="0" y="7198"/>
                  <a:pt x="7198" y="0"/>
                  <a:pt x="16077" y="0"/>
                </a:cubicBezTo>
                <a:close/>
              </a:path>
            </a:pathLst>
          </a:custGeom>
          <a:solidFill>
            <a:srgbClr val="FFFFFF"/>
          </a:solidFill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4462338" y="828128"/>
            <a:ext cx="1223083" cy="84818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1028700" y="1290321"/>
            <a:ext cx="9386100" cy="2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/>
              </a:defRPr>
            </a:p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How to Use This Presentation</a:t>
            </a:r>
            <a:endParaRPr>
              <a:solidFill>
                <a:srgbClr val="79A1BF"/>
              </a:solidFill>
            </a:endParaRPr>
          </a:p>
        </p:txBody>
      </p:sp>
      <p:grpSp>
        <p:nvGrpSpPr>
          <p:cNvPr id="103" name="Google Shape;103;p2"/>
          <p:cNvGrpSpPr/>
          <p:nvPr/>
        </p:nvGrpSpPr>
        <p:grpSpPr>
          <a:xfrm>
            <a:off x="1174873" y="6138162"/>
            <a:ext cx="5141301" cy="3278017"/>
            <a:chOff x="0" y="-19050"/>
            <a:chExt cx="6855068" cy="4370689"/>
          </a:xfrm>
        </p:grpSpPr>
        <p:sp>
          <p:nvSpPr>
            <p:cNvPr id="104" name="Google Shape;104;p2"/>
            <p:cNvSpPr txBox="1"/>
            <p:nvPr/>
          </p:nvSpPr>
          <p:spPr>
            <a:xfrm>
              <a:off x="0" y="903739"/>
              <a:ext cx="6542700" cy="3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Click on the "Google Slides" button below this presentation preview. 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Click on "Make a copy."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Start editing your presentation.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You need to sign in to your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Google account.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-19050"/>
              <a:ext cx="6855068" cy="666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none" strike="noStrike" cap="none">
                  <a:solidFill>
                    <a:srgbClr val="F28383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GOOGLE SLIDES</a:t>
              </a:r>
              <a:endParaRPr lang="en-US" sz="3200" b="1" i="0" u="none" strike="noStrike" cap="none">
                <a:solidFill>
                  <a:srgbClr val="F28383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6573349" y="6138162"/>
            <a:ext cx="5141301" cy="3278017"/>
            <a:chOff x="0" y="-19050"/>
            <a:chExt cx="6855068" cy="4370689"/>
          </a:xfrm>
        </p:grpSpPr>
        <p:sp>
          <p:nvSpPr>
            <p:cNvPr id="107" name="Google Shape;107;p2"/>
            <p:cNvSpPr txBox="1"/>
            <p:nvPr/>
          </p:nvSpPr>
          <p:spPr>
            <a:xfrm>
              <a:off x="0" y="903739"/>
              <a:ext cx="6438600" cy="3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Click on the "PowerPoint" button below this presentation preview. 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Start editing your presentation.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Download and install the fonts used in this presentation as listed on the next page.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19050"/>
              <a:ext cx="6855068" cy="666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none" strike="noStrike" cap="none">
                  <a:solidFill>
                    <a:srgbClr val="F28383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POWERPOINT</a:t>
              </a:r>
              <a:endParaRPr lang="en-US" sz="3200" b="1" i="0" u="none" strike="noStrike" cap="none">
                <a:solidFill>
                  <a:srgbClr val="F28383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2136007" y="6138162"/>
            <a:ext cx="5141301" cy="2834767"/>
            <a:chOff x="0" y="-19050"/>
            <a:chExt cx="6855068" cy="3779689"/>
          </a:xfrm>
        </p:grpSpPr>
        <p:sp>
          <p:nvSpPr>
            <p:cNvPr id="110" name="Google Shape;110;p2"/>
            <p:cNvSpPr txBox="1"/>
            <p:nvPr/>
          </p:nvSpPr>
          <p:spPr>
            <a:xfrm>
              <a:off x="0" y="903739"/>
              <a:ext cx="6855000" cy="285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Click on the "Canva" button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under this presentation preview. 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Start editing your presentation.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You need to sign in to your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Canva account.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19050"/>
              <a:ext cx="6855068" cy="666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none" strike="noStrike" cap="none">
                  <a:solidFill>
                    <a:srgbClr val="F28383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CANVA</a:t>
              </a:r>
              <a:endParaRPr lang="en-US" sz="3200" b="1" i="0" u="none" strike="noStrike" cap="none">
                <a:solidFill>
                  <a:srgbClr val="F28383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pic>
        <p:nvPicPr>
          <p:cNvPr id="112" name="Google Shape;112;p2"/>
          <p:cNvPicPr preferRelativeResize="0"/>
          <p:nvPr/>
        </p:nvPicPr>
        <p:blipFill rotWithShape="1">
          <a:blip r:embed="rId2"/>
          <a:srcRect l="18397" r="15852"/>
          <a:stretch>
            <a:fillRect/>
          </a:stretch>
        </p:blipFill>
        <p:spPr>
          <a:xfrm>
            <a:off x="10813734" y="339765"/>
            <a:ext cx="6151752" cy="526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3"/>
          <p:cNvGrpSpPr/>
          <p:nvPr/>
        </p:nvGrpSpPr>
        <p:grpSpPr>
          <a:xfrm>
            <a:off x="-379924" y="-520930"/>
            <a:ext cx="19047848" cy="6590517"/>
            <a:chOff x="0" y="-57150"/>
            <a:chExt cx="5016717" cy="1735774"/>
          </a:xfrm>
        </p:grpSpPr>
        <p:sp>
          <p:nvSpPr>
            <p:cNvPr id="118" name="Google Shape;118;p3"/>
            <p:cNvSpPr/>
            <p:nvPr/>
          </p:nvSpPr>
          <p:spPr>
            <a:xfrm>
              <a:off x="0" y="0"/>
              <a:ext cx="5016717" cy="1678624"/>
            </a:xfrm>
            <a:custGeom>
              <a:avLst/>
              <a:gdLst/>
              <a:ahLst/>
              <a:cxnLst/>
              <a:rect l="l" t="t" r="r" b="b"/>
              <a:pathLst>
                <a:path w="5016717" h="1678624" extrusionOk="0">
                  <a:moveTo>
                    <a:pt x="0" y="0"/>
                  </a:moveTo>
                  <a:lnTo>
                    <a:pt x="5016717" y="0"/>
                  </a:lnTo>
                  <a:lnTo>
                    <a:pt x="5016717" y="1678624"/>
                  </a:lnTo>
                  <a:lnTo>
                    <a:pt x="0" y="1678624"/>
                  </a:lnTo>
                  <a:close/>
                </a:path>
              </a:pathLst>
            </a:custGeom>
            <a:solidFill>
              <a:srgbClr val="99BCBF"/>
            </a:solidFill>
            <a:ln w="476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19" name="Google Shape;119;p3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20" name="Google Shape;120;p3"/>
          <p:cNvPicPr preferRelativeResize="0"/>
          <p:nvPr/>
        </p:nvPicPr>
        <p:blipFill rotWithShape="1">
          <a:blip r:embed="rId1"/>
          <a:srcRect l="10692" r="10629"/>
          <a:stretch>
            <a:fillRect/>
          </a:stretch>
        </p:blipFill>
        <p:spPr>
          <a:xfrm>
            <a:off x="2730100" y="613450"/>
            <a:ext cx="12830198" cy="91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3261325" y="1208800"/>
            <a:ext cx="11766558" cy="7921065"/>
          </a:xfrm>
          <a:custGeom>
            <a:avLst/>
            <a:gdLst/>
            <a:ahLst/>
            <a:cxnLst/>
            <a:rect l="l" t="t" r="r" b="b"/>
            <a:pathLst>
              <a:path w="3106682" h="2088613" extrusionOk="0">
                <a:moveTo>
                  <a:pt x="0" y="0"/>
                </a:moveTo>
                <a:lnTo>
                  <a:pt x="3106682" y="0"/>
                </a:lnTo>
                <a:lnTo>
                  <a:pt x="3106682" y="2088613"/>
                </a:lnTo>
                <a:lnTo>
                  <a:pt x="0" y="2088613"/>
                </a:lnTo>
                <a:close/>
              </a:path>
            </a:pathLst>
          </a:custGeom>
          <a:solidFill>
            <a:srgbClr val="EBEAEA"/>
          </a:solidFill>
          <a:ln>
            <a:noFill/>
          </a:ln>
        </p:spPr>
      </p:sp>
      <p:grpSp>
        <p:nvGrpSpPr>
          <p:cNvPr id="122" name="Google Shape;122;p3"/>
          <p:cNvGrpSpPr/>
          <p:nvPr/>
        </p:nvGrpSpPr>
        <p:grpSpPr>
          <a:xfrm>
            <a:off x="5436570" y="3413814"/>
            <a:ext cx="8275070" cy="4876200"/>
            <a:chOff x="0" y="-219075"/>
            <a:chExt cx="11033427" cy="6501600"/>
          </a:xfrm>
        </p:grpSpPr>
        <p:sp>
          <p:nvSpPr>
            <p:cNvPr id="123" name="Google Shape;123;p3"/>
            <p:cNvSpPr txBox="1"/>
            <p:nvPr/>
          </p:nvSpPr>
          <p:spPr>
            <a:xfrm>
              <a:off x="1666227" y="-219075"/>
              <a:ext cx="9367200" cy="650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an agenda here.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an agenda here.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an agenda here.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an agenda here.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an agenda here.</a:t>
              </a:r>
              <a:endParaRPr dirty="0"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0" y="-219075"/>
              <a:ext cx="1036500" cy="650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01</a:t>
              </a:r>
              <a:endParaRPr lang="en-US" sz="48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02</a:t>
              </a:r>
              <a:endParaRPr lang="en-US" sz="48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03</a:t>
              </a:r>
              <a:endParaRPr lang="en-US" sz="48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04</a:t>
              </a:r>
              <a:endParaRPr lang="en-US" sz="48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05</a:t>
              </a:r>
              <a:endParaRPr lang="en-US" sz="48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sp>
        <p:nvSpPr>
          <p:cNvPr id="125" name="Google Shape;125;p3"/>
          <p:cNvSpPr txBox="1"/>
          <p:nvPr/>
        </p:nvSpPr>
        <p:spPr>
          <a:xfrm>
            <a:off x="3534946" y="1520700"/>
            <a:ext cx="112182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4EBC9D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Add an Agenda Page</a:t>
            </a:r>
            <a:endParaRPr>
              <a:solidFill>
                <a:srgbClr val="4EBC9D"/>
              </a:solidFill>
            </a:endParaRPr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2"/>
          <a:srcRect l="25004" t="48156" r="36849" b="30707"/>
          <a:stretch>
            <a:fillRect/>
          </a:stretch>
        </p:blipFill>
        <p:spPr>
          <a:xfrm>
            <a:off x="1708073" y="8312191"/>
            <a:ext cx="4048200" cy="1261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4"/>
          <p:cNvGrpSpPr/>
          <p:nvPr/>
        </p:nvGrpSpPr>
        <p:grpSpPr>
          <a:xfrm>
            <a:off x="1010050" y="2247075"/>
            <a:ext cx="12940628" cy="5447895"/>
            <a:chOff x="0" y="-47625"/>
            <a:chExt cx="3417660" cy="1436492"/>
          </a:xfrm>
        </p:grpSpPr>
        <p:sp>
          <p:nvSpPr>
            <p:cNvPr id="132" name="Google Shape;132;p4"/>
            <p:cNvSpPr/>
            <p:nvPr/>
          </p:nvSpPr>
          <p:spPr>
            <a:xfrm>
              <a:off x="0" y="2633"/>
              <a:ext cx="3417660" cy="1386234"/>
            </a:xfrm>
            <a:custGeom>
              <a:avLst/>
              <a:gdLst/>
              <a:ahLst/>
              <a:cxnLst/>
              <a:rect l="l" t="t" r="r" b="b"/>
              <a:pathLst>
                <a:path w="3417660" h="1396709" extrusionOk="0">
                  <a:moveTo>
                    <a:pt x="0" y="0"/>
                  </a:moveTo>
                  <a:lnTo>
                    <a:pt x="3417660" y="0"/>
                  </a:lnTo>
                  <a:lnTo>
                    <a:pt x="3417660" y="1396709"/>
                  </a:lnTo>
                  <a:lnTo>
                    <a:pt x="0" y="13967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33" name="Google Shape;133;p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34" name="Google Shape;134;p4"/>
          <p:cNvPicPr preferRelativeResize="0"/>
          <p:nvPr/>
        </p:nvPicPr>
        <p:blipFill rotWithShape="1">
          <a:blip r:embed="rId1"/>
          <a:srcRect l="628" t="20091" r="7202" b="23996"/>
          <a:stretch>
            <a:fillRect/>
          </a:stretch>
        </p:blipFill>
        <p:spPr>
          <a:xfrm>
            <a:off x="1028700" y="2451115"/>
            <a:ext cx="12901859" cy="522422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992210" y="686485"/>
            <a:ext cx="88431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Hello there!</a:t>
            </a:r>
            <a:endParaRPr>
              <a:solidFill>
                <a:srgbClr val="F28383"/>
              </a:solidFill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992210" y="8414385"/>
            <a:ext cx="12064550" cy="8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I'm Rain. Welcome to my education presentation.</a:t>
            </a:r>
            <a:endParaRPr dirty="0"/>
          </a:p>
          <a:p>
            <a:pPr marL="0" marR="0" lvl="1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Follow me at @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reallygreatsite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 to learn more. </a:t>
            </a:r>
            <a:endParaRPr dirty="0"/>
          </a:p>
        </p:txBody>
      </p:sp>
      <p:pic>
        <p:nvPicPr>
          <p:cNvPr id="137" name="Google Shape;137;p4"/>
          <p:cNvPicPr preferRelativeResize="0"/>
          <p:nvPr/>
        </p:nvPicPr>
        <p:blipFill rotWithShape="1">
          <a:blip r:embed="rId2"/>
          <a:srcRect l="28985" t="8395" r="28989" b="10409"/>
          <a:stretch>
            <a:fillRect/>
          </a:stretch>
        </p:blipFill>
        <p:spPr>
          <a:xfrm>
            <a:off x="12803593" y="2697424"/>
            <a:ext cx="5720074" cy="621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5"/>
          <p:cNvPicPr preferRelativeResize="0"/>
          <p:nvPr/>
        </p:nvPicPr>
        <p:blipFill rotWithShape="1">
          <a:blip r:embed="rId1"/>
          <a:srcRect l="29896" t="11474" r="29449" b="10364"/>
          <a:stretch>
            <a:fillRect/>
          </a:stretch>
        </p:blipFill>
        <p:spPr>
          <a:xfrm>
            <a:off x="902275" y="621975"/>
            <a:ext cx="5436897" cy="58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2"/>
          <a:srcRect l="27708" r="15892" b="108"/>
          <a:stretch>
            <a:fillRect/>
          </a:stretch>
        </p:blipFill>
        <p:spPr>
          <a:xfrm>
            <a:off x="9576175" y="0"/>
            <a:ext cx="8711825" cy="1028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5"/>
          <p:cNvCxnSpPr/>
          <p:nvPr/>
        </p:nvCxnSpPr>
        <p:spPr>
          <a:xfrm rot="-5400000">
            <a:off x="4413625" y="5124450"/>
            <a:ext cx="10287000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" name="Google Shape;145;p5"/>
          <p:cNvCxnSpPr/>
          <p:nvPr/>
        </p:nvCxnSpPr>
        <p:spPr>
          <a:xfrm rot="-5400000">
            <a:off x="4238625" y="5124450"/>
            <a:ext cx="10287000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6" name="Google Shape;146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059692" y="381000"/>
            <a:ext cx="2712866" cy="2407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 rot="585865">
            <a:off x="5905790" y="766117"/>
            <a:ext cx="944468" cy="12486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5"/>
          <p:cNvGrpSpPr/>
          <p:nvPr/>
        </p:nvGrpSpPr>
        <p:grpSpPr>
          <a:xfrm>
            <a:off x="1028700" y="6688805"/>
            <a:ext cx="8115300" cy="2906091"/>
            <a:chOff x="0" y="38100"/>
            <a:chExt cx="10820400" cy="3874788"/>
          </a:xfrm>
        </p:grpSpPr>
        <p:sp>
          <p:nvSpPr>
            <p:cNvPr id="149" name="Google Shape;149;p5"/>
            <p:cNvSpPr txBox="1"/>
            <p:nvPr/>
          </p:nvSpPr>
          <p:spPr>
            <a:xfrm>
              <a:off x="0" y="38100"/>
              <a:ext cx="10820400" cy="30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00" b="1" i="0" u="none" strike="noStrike" cap="none">
                  <a:solidFill>
                    <a:srgbClr val="F9B458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Your Topic or Idea</a:t>
              </a:r>
              <a:endParaRPr>
                <a:solidFill>
                  <a:srgbClr val="F9B458"/>
                </a:solidFill>
              </a:endParaRPr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0" y="3378218"/>
              <a:ext cx="10820400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Elaborate on what you want to discuss. 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6"/>
          <p:cNvGrpSpPr/>
          <p:nvPr/>
        </p:nvGrpSpPr>
        <p:grpSpPr>
          <a:xfrm>
            <a:off x="-2103898" y="5804259"/>
            <a:ext cx="5517120" cy="5541850"/>
            <a:chOff x="1813" y="0"/>
            <a:chExt cx="809173" cy="812800"/>
          </a:xfrm>
        </p:grpSpPr>
        <p:sp>
          <p:nvSpPr>
            <p:cNvPr id="156" name="Google Shape;156;p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99B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58" name="Google Shape;158;p6"/>
          <p:cNvGrpSpPr/>
          <p:nvPr/>
        </p:nvGrpSpPr>
        <p:grpSpPr>
          <a:xfrm>
            <a:off x="14431938" y="-1336425"/>
            <a:ext cx="5098006" cy="5120857"/>
            <a:chOff x="1813" y="0"/>
            <a:chExt cx="809173" cy="812800"/>
          </a:xfrm>
        </p:grpSpPr>
        <p:sp>
          <p:nvSpPr>
            <p:cNvPr id="159" name="Google Shape;159;p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FA0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61" name="Google Shape;161;p6"/>
          <p:cNvGrpSpPr/>
          <p:nvPr/>
        </p:nvGrpSpPr>
        <p:grpSpPr>
          <a:xfrm>
            <a:off x="654665" y="422352"/>
            <a:ext cx="16978669" cy="8446066"/>
            <a:chOff x="0" y="-57150"/>
            <a:chExt cx="4471748" cy="2224478"/>
          </a:xfrm>
        </p:grpSpPr>
        <p:sp>
          <p:nvSpPr>
            <p:cNvPr id="162" name="Google Shape;162;p6"/>
            <p:cNvSpPr/>
            <p:nvPr/>
          </p:nvSpPr>
          <p:spPr>
            <a:xfrm>
              <a:off x="0" y="0"/>
              <a:ext cx="4471748" cy="2167328"/>
            </a:xfrm>
            <a:custGeom>
              <a:avLst/>
              <a:gdLst/>
              <a:ahLst/>
              <a:cxnLst/>
              <a:rect l="l" t="t" r="r" b="b"/>
              <a:pathLst>
                <a:path w="4471748" h="2167328" extrusionOk="0">
                  <a:moveTo>
                    <a:pt x="0" y="0"/>
                  </a:moveTo>
                  <a:lnTo>
                    <a:pt x="4471748" y="0"/>
                  </a:lnTo>
                  <a:lnTo>
                    <a:pt x="4471748" y="2167328"/>
                  </a:lnTo>
                  <a:lnTo>
                    <a:pt x="0" y="2167328"/>
                  </a:lnTo>
                  <a:close/>
                </a:path>
              </a:pathLst>
            </a:custGeom>
            <a:solidFill>
              <a:srgbClr val="A2B85E"/>
            </a:solidFill>
            <a:ln w="476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63" name="Google Shape;163;p6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64" name="Google Shape;164;p6"/>
          <p:cNvGrpSpPr/>
          <p:nvPr/>
        </p:nvGrpSpPr>
        <p:grpSpPr>
          <a:xfrm>
            <a:off x="936170" y="715586"/>
            <a:ext cx="16415660" cy="7859598"/>
            <a:chOff x="0" y="-57150"/>
            <a:chExt cx="4323466" cy="2070018"/>
          </a:xfrm>
        </p:grpSpPr>
        <p:sp>
          <p:nvSpPr>
            <p:cNvPr id="165" name="Google Shape;165;p6"/>
            <p:cNvSpPr/>
            <p:nvPr/>
          </p:nvSpPr>
          <p:spPr>
            <a:xfrm>
              <a:off x="0" y="0"/>
              <a:ext cx="4323466" cy="2012868"/>
            </a:xfrm>
            <a:custGeom>
              <a:avLst/>
              <a:gdLst/>
              <a:ahLst/>
              <a:cxnLst/>
              <a:rect l="l" t="t" r="r" b="b"/>
              <a:pathLst>
                <a:path w="4323466" h="2012868" extrusionOk="0">
                  <a:moveTo>
                    <a:pt x="0" y="0"/>
                  </a:moveTo>
                  <a:lnTo>
                    <a:pt x="4323466" y="0"/>
                  </a:lnTo>
                  <a:lnTo>
                    <a:pt x="4323466" y="2012868"/>
                  </a:lnTo>
                  <a:lnTo>
                    <a:pt x="0" y="2012868"/>
                  </a:lnTo>
                  <a:close/>
                </a:path>
              </a:pathLst>
            </a:custGeom>
            <a:solidFill>
              <a:srgbClr val="EBEAEA"/>
            </a:solidFill>
            <a:ln w="476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66" name="Google Shape;166;p6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67" name="Google Shape;167;p6"/>
          <p:cNvGrpSpPr/>
          <p:nvPr/>
        </p:nvGrpSpPr>
        <p:grpSpPr>
          <a:xfrm>
            <a:off x="1873828" y="1986619"/>
            <a:ext cx="10345950" cy="5128098"/>
            <a:chOff x="0" y="47625"/>
            <a:chExt cx="13794600" cy="6837465"/>
          </a:xfrm>
        </p:grpSpPr>
        <p:sp>
          <p:nvSpPr>
            <p:cNvPr id="168" name="Google Shape;168;p6"/>
            <p:cNvSpPr txBox="1"/>
            <p:nvPr/>
          </p:nvSpPr>
          <p:spPr>
            <a:xfrm>
              <a:off x="0" y="6350420"/>
              <a:ext cx="12676161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— Include a credit, citation, or supporting message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0" y="47625"/>
              <a:ext cx="13794600" cy="55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an original statement or</a:t>
              </a:r>
              <a:endParaRPr lang="en-US" sz="100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inspiring quote</a:t>
              </a:r>
              <a:endParaRPr lang="en-US" sz="100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pic>
        <p:nvPicPr>
          <p:cNvPr id="170" name="Google Shape;170;p6"/>
          <p:cNvPicPr preferRelativeResize="0"/>
          <p:nvPr/>
        </p:nvPicPr>
        <p:blipFill rotWithShape="1">
          <a:blip r:embed="rId1"/>
          <a:srcRect l="22024" t="2985" r="22018" b="2522"/>
          <a:stretch>
            <a:fillRect/>
          </a:stretch>
        </p:blipFill>
        <p:spPr>
          <a:xfrm>
            <a:off x="11365502" y="3715650"/>
            <a:ext cx="7364250" cy="6995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12163715" y="2974941"/>
            <a:ext cx="5095585" cy="5181344"/>
            <a:chOff x="0" y="-253979"/>
            <a:chExt cx="6794113" cy="6908459"/>
          </a:xfrm>
        </p:grpSpPr>
        <p:grpSp>
          <p:nvGrpSpPr>
            <p:cNvPr id="176" name="Google Shape;176;p7"/>
            <p:cNvGrpSpPr/>
            <p:nvPr/>
          </p:nvGrpSpPr>
          <p:grpSpPr>
            <a:xfrm>
              <a:off x="0" y="-253979"/>
              <a:ext cx="6794113" cy="6908459"/>
              <a:chOff x="0" y="-57150"/>
              <a:chExt cx="1528801" cy="1554531"/>
            </a:xfrm>
          </p:grpSpPr>
          <p:sp>
            <p:nvSpPr>
              <p:cNvPr id="177" name="Google Shape;177;p7"/>
              <p:cNvSpPr/>
              <p:nvPr/>
            </p:nvSpPr>
            <p:spPr>
              <a:xfrm>
                <a:off x="0" y="0"/>
                <a:ext cx="1528801" cy="1497381"/>
              </a:xfrm>
              <a:custGeom>
                <a:avLst/>
                <a:gdLst/>
                <a:ahLst/>
                <a:cxnLst/>
                <a:rect l="l" t="t" r="r" b="b"/>
                <a:pathLst>
                  <a:path w="1528801" h="1497381" extrusionOk="0">
                    <a:moveTo>
                      <a:pt x="0" y="0"/>
                    </a:moveTo>
                    <a:lnTo>
                      <a:pt x="1528801" y="0"/>
                    </a:lnTo>
                    <a:lnTo>
                      <a:pt x="1528801" y="1497381"/>
                    </a:lnTo>
                    <a:lnTo>
                      <a:pt x="0" y="1497381"/>
                    </a:lnTo>
                    <a:close/>
                  </a:path>
                </a:pathLst>
              </a:custGeom>
              <a:solidFill>
                <a:srgbClr val="F28383"/>
              </a:solidFill>
              <a:ln w="476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78" name="Google Shape;178;p7"/>
              <p:cNvSpPr txBox="1"/>
              <p:nvPr/>
            </p:nvSpPr>
            <p:spPr>
              <a:xfrm>
                <a:off x="0" y="-57150"/>
                <a:ext cx="812800" cy="869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79" name="Google Shape;179;p7"/>
            <p:cNvGrpSpPr/>
            <p:nvPr/>
          </p:nvGrpSpPr>
          <p:grpSpPr>
            <a:xfrm>
              <a:off x="340974" y="86536"/>
              <a:ext cx="6112166" cy="6227429"/>
              <a:chOff x="0" y="-57150"/>
              <a:chExt cx="1375351" cy="1401287"/>
            </a:xfrm>
          </p:grpSpPr>
          <p:sp>
            <p:nvSpPr>
              <p:cNvPr id="180" name="Google Shape;180;p7"/>
              <p:cNvSpPr/>
              <p:nvPr/>
            </p:nvSpPr>
            <p:spPr>
              <a:xfrm>
                <a:off x="0" y="0"/>
                <a:ext cx="1375351" cy="1344137"/>
              </a:xfrm>
              <a:custGeom>
                <a:avLst/>
                <a:gdLst/>
                <a:ahLst/>
                <a:cxnLst/>
                <a:rect l="l" t="t" r="r" b="b"/>
                <a:pathLst>
                  <a:path w="1375351" h="1344137" extrusionOk="0">
                    <a:moveTo>
                      <a:pt x="0" y="0"/>
                    </a:moveTo>
                    <a:lnTo>
                      <a:pt x="1375351" y="0"/>
                    </a:lnTo>
                    <a:lnTo>
                      <a:pt x="1375351" y="1344137"/>
                    </a:lnTo>
                    <a:lnTo>
                      <a:pt x="0" y="1344137"/>
                    </a:lnTo>
                    <a:close/>
                  </a:path>
                </a:pathLst>
              </a:custGeom>
              <a:solidFill>
                <a:srgbClr val="EBEAEA"/>
              </a:solidFill>
              <a:ln w="476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81" name="Google Shape;181;p7"/>
              <p:cNvSpPr txBox="1"/>
              <p:nvPr/>
            </p:nvSpPr>
            <p:spPr>
              <a:xfrm>
                <a:off x="0" y="-57150"/>
                <a:ext cx="812800" cy="869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82" name="Google Shape;182;p7"/>
          <p:cNvGrpSpPr/>
          <p:nvPr/>
        </p:nvGrpSpPr>
        <p:grpSpPr>
          <a:xfrm>
            <a:off x="6596208" y="2974941"/>
            <a:ext cx="5095585" cy="5181344"/>
            <a:chOff x="0" y="-253979"/>
            <a:chExt cx="6794113" cy="6908459"/>
          </a:xfrm>
        </p:grpSpPr>
        <p:grpSp>
          <p:nvGrpSpPr>
            <p:cNvPr id="183" name="Google Shape;183;p7"/>
            <p:cNvGrpSpPr/>
            <p:nvPr/>
          </p:nvGrpSpPr>
          <p:grpSpPr>
            <a:xfrm>
              <a:off x="0" y="-253979"/>
              <a:ext cx="6794113" cy="6908459"/>
              <a:chOff x="0" y="-57150"/>
              <a:chExt cx="1528801" cy="1554531"/>
            </a:xfrm>
          </p:grpSpPr>
          <p:sp>
            <p:nvSpPr>
              <p:cNvPr id="184" name="Google Shape;184;p7"/>
              <p:cNvSpPr/>
              <p:nvPr/>
            </p:nvSpPr>
            <p:spPr>
              <a:xfrm>
                <a:off x="0" y="0"/>
                <a:ext cx="1528801" cy="1497381"/>
              </a:xfrm>
              <a:custGeom>
                <a:avLst/>
                <a:gdLst/>
                <a:ahLst/>
                <a:cxnLst/>
                <a:rect l="l" t="t" r="r" b="b"/>
                <a:pathLst>
                  <a:path w="1528801" h="1497381" extrusionOk="0">
                    <a:moveTo>
                      <a:pt x="0" y="0"/>
                    </a:moveTo>
                    <a:lnTo>
                      <a:pt x="1528801" y="0"/>
                    </a:lnTo>
                    <a:lnTo>
                      <a:pt x="1528801" y="1497381"/>
                    </a:lnTo>
                    <a:lnTo>
                      <a:pt x="0" y="1497381"/>
                    </a:lnTo>
                    <a:close/>
                  </a:path>
                </a:pathLst>
              </a:custGeom>
              <a:solidFill>
                <a:srgbClr val="4EBC9D"/>
              </a:solidFill>
              <a:ln w="476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85" name="Google Shape;185;p7"/>
              <p:cNvSpPr txBox="1"/>
              <p:nvPr/>
            </p:nvSpPr>
            <p:spPr>
              <a:xfrm>
                <a:off x="0" y="-57150"/>
                <a:ext cx="812800" cy="869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86" name="Google Shape;186;p7"/>
            <p:cNvGrpSpPr/>
            <p:nvPr/>
          </p:nvGrpSpPr>
          <p:grpSpPr>
            <a:xfrm>
              <a:off x="340974" y="86536"/>
              <a:ext cx="6112166" cy="6227429"/>
              <a:chOff x="0" y="-57150"/>
              <a:chExt cx="1375351" cy="1401287"/>
            </a:xfrm>
          </p:grpSpPr>
          <p:sp>
            <p:nvSpPr>
              <p:cNvPr id="187" name="Google Shape;187;p7"/>
              <p:cNvSpPr/>
              <p:nvPr/>
            </p:nvSpPr>
            <p:spPr>
              <a:xfrm>
                <a:off x="0" y="0"/>
                <a:ext cx="1375351" cy="1344137"/>
              </a:xfrm>
              <a:custGeom>
                <a:avLst/>
                <a:gdLst/>
                <a:ahLst/>
                <a:cxnLst/>
                <a:rect l="l" t="t" r="r" b="b"/>
                <a:pathLst>
                  <a:path w="1375351" h="1344137" extrusionOk="0">
                    <a:moveTo>
                      <a:pt x="0" y="0"/>
                    </a:moveTo>
                    <a:lnTo>
                      <a:pt x="1375351" y="0"/>
                    </a:lnTo>
                    <a:lnTo>
                      <a:pt x="1375351" y="1344137"/>
                    </a:lnTo>
                    <a:lnTo>
                      <a:pt x="0" y="1344137"/>
                    </a:lnTo>
                    <a:close/>
                  </a:path>
                </a:pathLst>
              </a:custGeom>
              <a:solidFill>
                <a:srgbClr val="EBEAEA"/>
              </a:solidFill>
              <a:ln w="476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88" name="Google Shape;188;p7"/>
              <p:cNvSpPr txBox="1"/>
              <p:nvPr/>
            </p:nvSpPr>
            <p:spPr>
              <a:xfrm>
                <a:off x="0" y="-57150"/>
                <a:ext cx="812800" cy="869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189" name="Google Shape;189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9119" y="4964464"/>
            <a:ext cx="1609762" cy="95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011775" y="4743270"/>
            <a:ext cx="1399464" cy="1399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7"/>
          <p:cNvGrpSpPr/>
          <p:nvPr/>
        </p:nvGrpSpPr>
        <p:grpSpPr>
          <a:xfrm>
            <a:off x="776723" y="2974941"/>
            <a:ext cx="5095585" cy="5181344"/>
            <a:chOff x="0" y="-253979"/>
            <a:chExt cx="6794113" cy="6908459"/>
          </a:xfrm>
        </p:grpSpPr>
        <p:grpSp>
          <p:nvGrpSpPr>
            <p:cNvPr id="192" name="Google Shape;192;p7"/>
            <p:cNvGrpSpPr/>
            <p:nvPr/>
          </p:nvGrpSpPr>
          <p:grpSpPr>
            <a:xfrm>
              <a:off x="0" y="-253979"/>
              <a:ext cx="6794113" cy="6908459"/>
              <a:chOff x="0" y="-57150"/>
              <a:chExt cx="1528801" cy="1554531"/>
            </a:xfrm>
          </p:grpSpPr>
          <p:sp>
            <p:nvSpPr>
              <p:cNvPr id="193" name="Google Shape;193;p7"/>
              <p:cNvSpPr/>
              <p:nvPr/>
            </p:nvSpPr>
            <p:spPr>
              <a:xfrm>
                <a:off x="0" y="0"/>
                <a:ext cx="1528801" cy="1497381"/>
              </a:xfrm>
              <a:custGeom>
                <a:avLst/>
                <a:gdLst/>
                <a:ahLst/>
                <a:cxnLst/>
                <a:rect l="l" t="t" r="r" b="b"/>
                <a:pathLst>
                  <a:path w="1528801" h="1497381" extrusionOk="0">
                    <a:moveTo>
                      <a:pt x="0" y="0"/>
                    </a:moveTo>
                    <a:lnTo>
                      <a:pt x="1528801" y="0"/>
                    </a:lnTo>
                    <a:lnTo>
                      <a:pt x="1528801" y="1497381"/>
                    </a:lnTo>
                    <a:lnTo>
                      <a:pt x="0" y="1497381"/>
                    </a:lnTo>
                    <a:close/>
                  </a:path>
                </a:pathLst>
              </a:custGeom>
              <a:solidFill>
                <a:srgbClr val="F9B458"/>
              </a:solidFill>
              <a:ln w="476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94" name="Google Shape;194;p7"/>
              <p:cNvSpPr txBox="1"/>
              <p:nvPr/>
            </p:nvSpPr>
            <p:spPr>
              <a:xfrm>
                <a:off x="0" y="-57150"/>
                <a:ext cx="812800" cy="869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95" name="Google Shape;195;p7"/>
            <p:cNvGrpSpPr/>
            <p:nvPr/>
          </p:nvGrpSpPr>
          <p:grpSpPr>
            <a:xfrm>
              <a:off x="340974" y="86536"/>
              <a:ext cx="6112166" cy="6227429"/>
              <a:chOff x="0" y="-57150"/>
              <a:chExt cx="1375351" cy="1401287"/>
            </a:xfrm>
          </p:grpSpPr>
          <p:sp>
            <p:nvSpPr>
              <p:cNvPr id="196" name="Google Shape;196;p7"/>
              <p:cNvSpPr/>
              <p:nvPr/>
            </p:nvSpPr>
            <p:spPr>
              <a:xfrm>
                <a:off x="0" y="0"/>
                <a:ext cx="1375351" cy="1344137"/>
              </a:xfrm>
              <a:custGeom>
                <a:avLst/>
                <a:gdLst/>
                <a:ahLst/>
                <a:cxnLst/>
                <a:rect l="l" t="t" r="r" b="b"/>
                <a:pathLst>
                  <a:path w="1375351" h="1344137" extrusionOk="0">
                    <a:moveTo>
                      <a:pt x="0" y="0"/>
                    </a:moveTo>
                    <a:lnTo>
                      <a:pt x="1375351" y="0"/>
                    </a:lnTo>
                    <a:lnTo>
                      <a:pt x="1375351" y="1344137"/>
                    </a:lnTo>
                    <a:lnTo>
                      <a:pt x="0" y="1344137"/>
                    </a:lnTo>
                    <a:close/>
                  </a:path>
                </a:pathLst>
              </a:custGeom>
              <a:solidFill>
                <a:srgbClr val="EBEAEA"/>
              </a:solidFill>
              <a:ln w="47625" cap="flat" cmpd="sng">
                <a:solidFill>
                  <a:srgbClr val="333333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97" name="Google Shape;197;p7"/>
              <p:cNvSpPr txBox="1"/>
              <p:nvPr/>
            </p:nvSpPr>
            <p:spPr>
              <a:xfrm>
                <a:off x="0" y="-57150"/>
                <a:ext cx="812800" cy="869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198" name="Google Shape;198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576236" y="4694723"/>
            <a:ext cx="1496558" cy="1496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 rot="2046085">
            <a:off x="5070833" y="7145362"/>
            <a:ext cx="2590293" cy="3552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7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 rot="-9227659">
            <a:off x="16135845" y="698744"/>
            <a:ext cx="2590293" cy="355277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 txBox="1"/>
          <p:nvPr/>
        </p:nvSpPr>
        <p:spPr>
          <a:xfrm>
            <a:off x="2539507" y="1066800"/>
            <a:ext cx="13208985" cy="121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Write your topic or idea</a:t>
            </a:r>
            <a:endParaRPr lang="en-US" sz="8300" b="1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6851938" y="3837345"/>
            <a:ext cx="4584125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Add a main point</a:t>
            </a:r>
            <a:endParaRPr lang="en-US" sz="3000" b="1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2419445" y="3837345"/>
            <a:ext cx="4584125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Add a main point</a:t>
            </a:r>
            <a:endParaRPr lang="en-US" sz="3000" b="1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6851938" y="6572282"/>
            <a:ext cx="4584125" cy="8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Briefly elaborate on</a:t>
            </a:r>
            <a:endParaRPr lang="en-US" sz="2400" b="0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what you want to discuss.</a:t>
            </a:r>
            <a:endParaRPr lang="en-US" sz="2400" b="0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12419445" y="6572282"/>
            <a:ext cx="4584125" cy="8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Briefly elaborate on</a:t>
            </a:r>
            <a:endParaRPr lang="en-US" sz="2400" b="0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what you want to discuss.</a:t>
            </a:r>
            <a:endParaRPr lang="en-US" sz="2400" b="0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1032453" y="3837345"/>
            <a:ext cx="4584125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Add a main point</a:t>
            </a:r>
            <a:endParaRPr lang="en-US" sz="3000" b="1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1032453" y="6572282"/>
            <a:ext cx="4584125" cy="8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Briefly elaborate on</a:t>
            </a:r>
            <a:endParaRPr lang="en-US" sz="2400" b="0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what you want to discuss.</a:t>
            </a:r>
            <a:endParaRPr lang="en-US" sz="2400" b="0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8"/>
          <p:cNvPicPr preferRelativeResize="0"/>
          <p:nvPr/>
        </p:nvPicPr>
        <p:blipFill rotWithShape="1">
          <a:blip r:embed="rId1"/>
          <a:srcRect l="17247" t="5430" r="18851" b="4811"/>
          <a:stretch>
            <a:fillRect/>
          </a:stretch>
        </p:blipFill>
        <p:spPr>
          <a:xfrm>
            <a:off x="-98175" y="4202425"/>
            <a:ext cx="6935726" cy="54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 txBox="1"/>
          <p:nvPr/>
        </p:nvSpPr>
        <p:spPr>
          <a:xfrm>
            <a:off x="2566564" y="1271301"/>
            <a:ext cx="13155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Write Your Topic or Idea</a:t>
            </a:r>
            <a:endParaRPr>
              <a:solidFill>
                <a:srgbClr val="F9B458"/>
              </a:solidFill>
            </a:endParaRPr>
          </a:p>
        </p:txBody>
      </p:sp>
      <p:graphicFrame>
        <p:nvGraphicFramePr>
          <p:cNvPr id="214" name="Google Shape;214;p8"/>
          <p:cNvGraphicFramePr/>
          <p:nvPr/>
        </p:nvGraphicFramePr>
        <p:xfrm>
          <a:off x="7012906" y="3850904"/>
          <a:ext cx="10246375" cy="5775750"/>
        </p:xfrm>
        <a:graphic>
          <a:graphicData uri="http://schemas.openxmlformats.org/drawingml/2006/table">
            <a:tbl>
              <a:tblPr>
                <a:noFill/>
                <a:tableStyleId>{3A4FFFF3-AD38-4727-BA6A-636747385C40}</a:tableStyleId>
              </a:tblPr>
              <a:tblGrid>
                <a:gridCol w="3400500"/>
                <a:gridCol w="6845875"/>
              </a:tblGrid>
              <a:tr h="1155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Add a main point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83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Elaborate on what you want to discuss.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155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Add a main point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83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Elaborate on what you want to discuss.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155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Add a main point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83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Elaborate on what you want to discuss.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155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Add a main point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83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Elaborate on what you want to discuss.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155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Add a main point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83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Elaborate on what you want to discuss.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15" name="Google Shape;215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1044587">
            <a:off x="15462231" y="743668"/>
            <a:ext cx="2048069" cy="2234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9"/>
          <p:cNvPicPr preferRelativeResize="0"/>
          <p:nvPr/>
        </p:nvPicPr>
        <p:blipFill rotWithShape="1">
          <a:blip r:embed="rId1"/>
          <a:srcRect l="28734" t="7119" r="28734" b="8528"/>
          <a:stretch>
            <a:fillRect/>
          </a:stretch>
        </p:blipFill>
        <p:spPr>
          <a:xfrm>
            <a:off x="9479524" y="1033050"/>
            <a:ext cx="7723351" cy="86161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9"/>
          <p:cNvCxnSpPr/>
          <p:nvPr/>
        </p:nvCxnSpPr>
        <p:spPr>
          <a:xfrm rot="-5400000">
            <a:off x="2924016" y="5119688"/>
            <a:ext cx="10287000" cy="0"/>
          </a:xfrm>
          <a:prstGeom prst="straightConnector1">
            <a:avLst/>
          </a:prstGeom>
          <a:noFill/>
          <a:ln w="476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2" name="Google Shape;222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-1791993">
            <a:off x="16413268" y="2543857"/>
            <a:ext cx="1434317" cy="16198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9"/>
          <p:cNvGrpSpPr/>
          <p:nvPr/>
        </p:nvGrpSpPr>
        <p:grpSpPr>
          <a:xfrm>
            <a:off x="996563" y="1425139"/>
            <a:ext cx="6098202" cy="1764506"/>
            <a:chOff x="0" y="-28575"/>
            <a:chExt cx="8130936" cy="2352675"/>
          </a:xfrm>
        </p:grpSpPr>
        <p:sp>
          <p:nvSpPr>
            <p:cNvPr id="224" name="Google Shape;224;p9"/>
            <p:cNvSpPr txBox="1"/>
            <p:nvPr/>
          </p:nvSpPr>
          <p:spPr>
            <a:xfrm>
              <a:off x="0" y="1831975"/>
              <a:ext cx="8130936" cy="49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Elaborate on the featured statistic.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225" name="Google Shape;225;p9"/>
            <p:cNvSpPr txBox="1"/>
            <p:nvPr/>
          </p:nvSpPr>
          <p:spPr>
            <a:xfrm>
              <a:off x="0" y="-28575"/>
              <a:ext cx="8130936" cy="1158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2 out of 5</a:t>
              </a:r>
              <a:endParaRPr lang="en-US" sz="56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226" name="Google Shape;226;p9"/>
          <p:cNvGrpSpPr/>
          <p:nvPr/>
        </p:nvGrpSpPr>
        <p:grpSpPr>
          <a:xfrm>
            <a:off x="996563" y="4563553"/>
            <a:ext cx="6098202" cy="1593056"/>
            <a:chOff x="0" y="-28575"/>
            <a:chExt cx="8130936" cy="2124075"/>
          </a:xfrm>
        </p:grpSpPr>
        <p:sp>
          <p:nvSpPr>
            <p:cNvPr id="227" name="Google Shape;227;p9"/>
            <p:cNvSpPr txBox="1"/>
            <p:nvPr/>
          </p:nvSpPr>
          <p:spPr>
            <a:xfrm>
              <a:off x="0" y="1603375"/>
              <a:ext cx="8130936" cy="49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Elaborate on the featured statistic.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228" name="Google Shape;228;p9"/>
            <p:cNvSpPr txBox="1"/>
            <p:nvPr/>
          </p:nvSpPr>
          <p:spPr>
            <a:xfrm>
              <a:off x="0" y="-28575"/>
              <a:ext cx="8130936" cy="1158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95%</a:t>
              </a:r>
              <a:endParaRPr lang="en-US" sz="56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229" name="Google Shape;229;p9"/>
          <p:cNvGrpSpPr/>
          <p:nvPr/>
        </p:nvGrpSpPr>
        <p:grpSpPr>
          <a:xfrm>
            <a:off x="996563" y="7530517"/>
            <a:ext cx="6098202" cy="1556333"/>
            <a:chOff x="0" y="-28575"/>
            <a:chExt cx="8130936" cy="2075111"/>
          </a:xfrm>
        </p:grpSpPr>
        <p:sp>
          <p:nvSpPr>
            <p:cNvPr id="230" name="Google Shape;230;p9"/>
            <p:cNvSpPr txBox="1"/>
            <p:nvPr/>
          </p:nvSpPr>
          <p:spPr>
            <a:xfrm>
              <a:off x="0" y="1554411"/>
              <a:ext cx="8130936" cy="49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Elaborate on the featured statistic.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231" name="Google Shape;231;p9"/>
            <p:cNvSpPr txBox="1"/>
            <p:nvPr/>
          </p:nvSpPr>
          <p:spPr>
            <a:xfrm>
              <a:off x="0" y="-28575"/>
              <a:ext cx="8130936" cy="1158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12 million</a:t>
              </a:r>
              <a:endParaRPr lang="en-US" sz="56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0"/>
          <p:cNvPicPr preferRelativeResize="0"/>
          <p:nvPr/>
        </p:nvPicPr>
        <p:blipFill rotWithShape="1">
          <a:blip r:embed="rId1"/>
          <a:srcRect l="26577" t="3374" r="26223" b="7347"/>
          <a:stretch>
            <a:fillRect/>
          </a:stretch>
        </p:blipFill>
        <p:spPr>
          <a:xfrm>
            <a:off x="-2580202" y="3394650"/>
            <a:ext cx="6220452" cy="661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 txBox="1"/>
          <p:nvPr/>
        </p:nvSpPr>
        <p:spPr>
          <a:xfrm>
            <a:off x="4629250" y="9258326"/>
            <a:ext cx="13212180" cy="5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Write Your Topic or Idea</a:t>
            </a:r>
            <a:endParaRPr lang="en-US" sz="3500" b="1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3007808" y="1165645"/>
            <a:ext cx="14833622" cy="7698213"/>
          </a:xfrm>
          <a:custGeom>
            <a:avLst/>
            <a:gdLst/>
            <a:ahLst/>
            <a:cxnLst/>
            <a:rect l="l" t="t" r="r" b="b"/>
            <a:pathLst>
              <a:path w="4450453" h="2309654" extrusionOk="0">
                <a:moveTo>
                  <a:pt x="0" y="0"/>
                </a:moveTo>
                <a:lnTo>
                  <a:pt x="4450453" y="0"/>
                </a:lnTo>
                <a:lnTo>
                  <a:pt x="4450453" y="2309654"/>
                </a:lnTo>
                <a:lnTo>
                  <a:pt x="0" y="2309654"/>
                </a:lnTo>
                <a:close/>
              </a:path>
            </a:pathLst>
          </a:custGeom>
          <a:solidFill>
            <a:srgbClr val="EBEAEA"/>
          </a:solidFill>
          <a:ln w="476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239" name="Google Shape;239;p10"/>
          <p:cNvGraphicFramePr/>
          <p:nvPr/>
        </p:nvGraphicFramePr>
        <p:xfrm>
          <a:off x="3194590" y="1348541"/>
          <a:ext cx="3348225" cy="7524091"/>
        </p:xfrm>
        <a:graphic>
          <a:graphicData uri="http://schemas.openxmlformats.org/drawingml/2006/table">
            <a:tbl>
              <a:tblPr>
                <a:noFill/>
                <a:tableStyleId>{3A4FFFF3-AD38-4727-BA6A-636747385C40}</a:tableStyleId>
              </a:tblPr>
              <a:tblGrid>
                <a:gridCol w="3348225"/>
              </a:tblGrid>
              <a:tr h="81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1ST QUARTER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B458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January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February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March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40" name="Google Shape;240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17671" y="1910503"/>
            <a:ext cx="1519132" cy="10534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1" name="Google Shape;241;p10"/>
          <p:cNvGraphicFramePr/>
          <p:nvPr/>
        </p:nvGraphicFramePr>
        <p:xfrm>
          <a:off x="6883189" y="1348541"/>
          <a:ext cx="3348225" cy="7524091"/>
        </p:xfrm>
        <a:graphic>
          <a:graphicData uri="http://schemas.openxmlformats.org/drawingml/2006/table">
            <a:tbl>
              <a:tblPr>
                <a:noFill/>
                <a:tableStyleId>{3A4FFFF3-AD38-4727-BA6A-636747385C40}</a:tableStyleId>
              </a:tblPr>
              <a:tblGrid>
                <a:gridCol w="3348225"/>
              </a:tblGrid>
              <a:tr h="81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2ND</a:t>
                      </a: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 QUARTER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B458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April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May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June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2" name="Google Shape;242;p10"/>
          <p:cNvGraphicFramePr/>
          <p:nvPr/>
        </p:nvGraphicFramePr>
        <p:xfrm>
          <a:off x="10571788" y="1348541"/>
          <a:ext cx="3348225" cy="7524091"/>
        </p:xfrm>
        <a:graphic>
          <a:graphicData uri="http://schemas.openxmlformats.org/drawingml/2006/table">
            <a:tbl>
              <a:tblPr>
                <a:noFill/>
                <a:tableStyleId>{3A4FFFF3-AD38-4727-BA6A-636747385C40}</a:tableStyleId>
              </a:tblPr>
              <a:tblGrid>
                <a:gridCol w="3348225"/>
              </a:tblGrid>
              <a:tr h="81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3RD</a:t>
                      </a: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 QUARTER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B458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July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August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September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3" name="Google Shape;243;p10"/>
          <p:cNvGraphicFramePr/>
          <p:nvPr/>
        </p:nvGraphicFramePr>
        <p:xfrm>
          <a:off x="14260387" y="1348541"/>
          <a:ext cx="3348225" cy="7524091"/>
        </p:xfrm>
        <a:graphic>
          <a:graphicData uri="http://schemas.openxmlformats.org/drawingml/2006/table">
            <a:tbl>
              <a:tblPr>
                <a:noFill/>
                <a:tableStyleId>{3A4FFFF3-AD38-4727-BA6A-636747385C40}</a:tableStyleId>
              </a:tblPr>
              <a:tblGrid>
                <a:gridCol w="3348225"/>
              </a:tblGrid>
              <a:tr h="81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4TH</a:t>
                      </a:r>
                      <a:r>
                        <a:rPr lang="en-US" sz="2200" b="1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 QUARTER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B458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October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November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December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BCBF"/>
                    </a:solidFill>
                  </a:tcPr>
                </a:tc>
              </a:tr>
              <a:tr h="154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000000"/>
                          </a:solidFill>
                          <a:latin typeface="Ubuntu" panose="020B0804030602030204"/>
                          <a:ea typeface="Ubuntu" panose="020B0804030602030204"/>
                          <a:cs typeface="Ubuntu" panose="020B0804030602030204"/>
                          <a:sym typeface="Ubuntu" panose="020B0804030602030204"/>
                        </a:rPr>
                        <a:t>Double click to add task</a:t>
                      </a:r>
                      <a:endParaRPr sz="1100" u="none" strike="noStrike" cap="none"/>
                    </a:p>
                  </a:txBody>
                  <a:tcPr marL="137675" marR="137675" marT="137675" marB="137675" anchor="ctr">
                    <a:lnL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2046</Words>
  <Application>WPS 表格</Application>
  <PresentationFormat>自定义</PresentationFormat>
  <Paragraphs>165</Paragraphs>
  <Slides>10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Ubuntu</vt:lpstr>
      <vt:lpstr>微软雅黑</vt:lpstr>
      <vt:lpstr>汉仪旗黑</vt:lpstr>
      <vt:lpstr>宋体</vt:lpstr>
      <vt:lpstr>Arial Unicode MS</vt:lpstr>
      <vt:lpstr>汉仪书宋二KW</vt:lpstr>
      <vt:lpstr>Ubuntu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Jayus</cp:lastModifiedBy>
  <cp:revision>2</cp:revision>
  <dcterms:created xsi:type="dcterms:W3CDTF">2025-09-04T09:01:54Z</dcterms:created>
  <dcterms:modified xsi:type="dcterms:W3CDTF">2025-09-04T09:01:54Z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8C4B5C0670546A888255B9681ABF1EC4_42</vt:lpwstr>
  </property>
  <property fmtid="{D5CDD505-2E9C-101B-9397-08002B2CF9AE}" pid="3" name="KSOProductBuildVer">
    <vt:lpwstr>2052-12.1.21861.21861</vt:lpwstr>
  </property>
</Properties>
</file>