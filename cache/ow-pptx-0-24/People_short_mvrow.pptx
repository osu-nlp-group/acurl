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Lst>
  <p:sldSz cx="9144000" cy="5143500"/>
  <p:notesSz cx="6858000" cy="9144000"/>
  <p:embeddedFontLst>
    <p:embeddedFont>
      <p:font typeface="Cinzel Decorative" panose="00000500000000000000"/>
      <p:regular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font" Target="fonts/font1.fntdata"/><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 name="Shape 125"/>
        <p:cNvGrpSpPr/>
        <p:nvPr/>
      </p:nvGrpSpPr>
      <p:grpSpPr>
        <a:xfrm>
          <a:off x="0" y="0"/>
          <a:ext cx="0" cy="0"/>
          <a:chOff x="0" y="0"/>
          <a:chExt cx="0" cy="0"/>
        </a:xfrm>
      </p:grpSpPr>
      <p:sp>
        <p:nvSpPr>
          <p:cNvPr id="126" name="Google Shape;126;g224dcc7846e_2_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7" name="Google Shape;127;g224dcc7846e_2_7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g224dcc7846e_2_1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2" name="Google Shape;152;g224dcc7846e_2_10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g224dcc7846e_2_1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2" name="Google Shape;182;g224dcc7846e_2_13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6" name="Shape 56"/>
        <p:cNvGrpSpPr/>
        <p:nvPr/>
      </p:nvGrpSpPr>
      <p:grpSpPr>
        <a:xfrm>
          <a:off x="0" y="0"/>
          <a:ext cx="0" cy="0"/>
          <a:chOff x="0" y="0"/>
          <a:chExt cx="0" cy="0"/>
        </a:xfrm>
      </p:grpSpPr>
      <p:sp>
        <p:nvSpPr>
          <p:cNvPr id="57" name="Google Shape;57;p14"/>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69" name="Google Shape;69;p16"/>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type="body" idx="1"/>
          </p:nvPr>
        </p:nvSpPr>
        <p:spPr>
          <a:xfrm>
            <a:off x="361156" y="1453357"/>
            <a:ext cx="3886200" cy="750094"/>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type="body" idx="1"/>
          </p:nvPr>
        </p:nvSpPr>
        <p:spPr>
          <a:xfrm>
            <a:off x="2286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p:txBody>
      </p:sp>
      <p:sp>
        <p:nvSpPr>
          <p:cNvPr id="81" name="Google Shape;81;p18"/>
          <p:cNvSpPr txBox="1"/>
          <p:nvPr>
            <p:ph type="body" idx="2"/>
          </p:nvPr>
        </p:nvSpPr>
        <p:spPr>
          <a:xfrm>
            <a:off x="23241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p:txBody>
      </p:sp>
      <p:sp>
        <p:nvSpPr>
          <p:cNvPr id="82" name="Google Shape;82;p18"/>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type="body" idx="1"/>
          </p:nvPr>
        </p:nvSpPr>
        <p:spPr>
          <a:xfrm>
            <a:off x="228600" y="767556"/>
            <a:ext cx="2020094"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p:txBody>
      </p:sp>
      <p:sp>
        <p:nvSpPr>
          <p:cNvPr id="88" name="Google Shape;88;p19"/>
          <p:cNvSpPr txBox="1"/>
          <p:nvPr>
            <p:ph type="body" idx="2"/>
          </p:nvPr>
        </p:nvSpPr>
        <p:spPr>
          <a:xfrm>
            <a:off x="228600" y="1087438"/>
            <a:ext cx="2020094"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p:txBody>
      </p:sp>
      <p:sp>
        <p:nvSpPr>
          <p:cNvPr id="89" name="Google Shape;89;p19"/>
          <p:cNvSpPr txBox="1"/>
          <p:nvPr>
            <p:ph type="body" idx="3"/>
          </p:nvPr>
        </p:nvSpPr>
        <p:spPr>
          <a:xfrm>
            <a:off x="2322513" y="767556"/>
            <a:ext cx="2020888"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p:txBody>
      </p:sp>
      <p:sp>
        <p:nvSpPr>
          <p:cNvPr id="90" name="Google Shape;90;p19"/>
          <p:cNvSpPr txBox="1"/>
          <p:nvPr>
            <p:ph type="body" idx="4"/>
          </p:nvPr>
        </p:nvSpPr>
        <p:spPr>
          <a:xfrm>
            <a:off x="2322513" y="1087438"/>
            <a:ext cx="2020888"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p:txBody>
      </p:sp>
      <p:sp>
        <p:nvSpPr>
          <p:cNvPr id="91" name="Google Shape;91;p19"/>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type="body" idx="1"/>
          </p:nvPr>
        </p:nvSpPr>
        <p:spPr>
          <a:xfrm>
            <a:off x="1787525" y="136525"/>
            <a:ext cx="2555875" cy="2926557"/>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p:txBody>
      </p:sp>
      <p:sp>
        <p:nvSpPr>
          <p:cNvPr id="102" name="Google Shape;102;p21"/>
          <p:cNvSpPr txBox="1"/>
          <p:nvPr>
            <p:ph type="body" idx="2"/>
          </p:nvPr>
        </p:nvSpPr>
        <p:spPr>
          <a:xfrm>
            <a:off x="228600" y="717550"/>
            <a:ext cx="1504157" cy="2345532"/>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p:txBody>
      </p:sp>
      <p:sp>
        <p:nvSpPr>
          <p:cNvPr id="103" name="Google Shape;103;p21"/>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type="pic" idx="2"/>
          </p:nvPr>
        </p:nvSpPr>
        <p:spPr>
          <a:xfrm>
            <a:off x="896144" y="306388"/>
            <a:ext cx="2743200" cy="2057400"/>
          </a:xfrm>
          <a:prstGeom prst="rect">
            <a:avLst/>
          </a:prstGeom>
          <a:noFill/>
          <a:ln>
            <a:noFill/>
          </a:ln>
        </p:spPr>
      </p:sp>
      <p:sp>
        <p:nvSpPr>
          <p:cNvPr id="109" name="Google Shape;109;p22"/>
          <p:cNvSpPr txBox="1"/>
          <p:nvPr>
            <p:ph type="body" idx="1"/>
          </p:nvPr>
        </p:nvSpPr>
        <p:spPr>
          <a:xfrm>
            <a:off x="896144" y="2683669"/>
            <a:ext cx="2743200" cy="402431"/>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p:txBody>
      </p:sp>
      <p:sp>
        <p:nvSpPr>
          <p:cNvPr id="110" name="Google Shape;110;p22"/>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type="body" idx="1"/>
          </p:nvPr>
        </p:nvSpPr>
        <p:spPr>
          <a:xfrm rot="5400000">
            <a:off x="1154509" y="-125809"/>
            <a:ext cx="2262982"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116" name="Google Shape;116;p23"/>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type="body" idx="1"/>
          </p:nvPr>
        </p:nvSpPr>
        <p:spPr>
          <a:xfrm rot="5400000">
            <a:off x="270669" y="95250"/>
            <a:ext cx="2925763"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122" name="Google Shape;122;p24"/>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panose="020B0604020202090204"/>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panose="020B0604020202090204"/>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panose="020B0604020202090204"/>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9pPr>
          </a:lstStyle>
          <a:p/>
        </p:txBody>
      </p:sp>
      <p:sp>
        <p:nvSpPr>
          <p:cNvPr id="53" name="Google Shape;53;p13"/>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p:txBody>
      </p:sp>
      <p:sp>
        <p:nvSpPr>
          <p:cNvPr id="54" name="Google Shape;54;p13"/>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p:txBody>
      </p:sp>
      <p:sp>
        <p:nvSpPr>
          <p:cNvPr id="55" name="Google Shape;55;p13"/>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28" name="Shape 128"/>
        <p:cNvGrpSpPr/>
        <p:nvPr/>
      </p:nvGrpSpPr>
      <p:grpSpPr>
        <a:xfrm>
          <a:off x="0" y="0"/>
          <a:ext cx="0" cy="0"/>
          <a:chOff x="0" y="0"/>
          <a:chExt cx="0" cy="0"/>
        </a:xfrm>
      </p:grpSpPr>
      <p:grpSp>
        <p:nvGrpSpPr>
          <p:cNvPr id="129" name="Google Shape;129;p25"/>
          <p:cNvGrpSpPr/>
          <p:nvPr/>
        </p:nvGrpSpPr>
        <p:grpSpPr>
          <a:xfrm>
            <a:off x="3561505" y="-90413"/>
            <a:ext cx="5582496" cy="5233913"/>
            <a:chOff x="0" y="-47625"/>
            <a:chExt cx="2940574" cy="2756958"/>
          </a:xfrm>
        </p:grpSpPr>
        <p:sp>
          <p:nvSpPr>
            <p:cNvPr id="130" name="Google Shape;130;p25"/>
            <p:cNvSpPr/>
            <p:nvPr/>
          </p:nvSpPr>
          <p:spPr>
            <a:xfrm>
              <a:off x="0" y="0"/>
              <a:ext cx="2940574" cy="2709333"/>
            </a:xfrm>
            <a:custGeom>
              <a:avLst/>
              <a:gdLst/>
              <a:ahLst/>
              <a:cxnLst/>
              <a:rect l="l" t="t" r="r" b="b"/>
              <a:pathLst>
                <a:path w="2940574" h="2709333" extrusionOk="0">
                  <a:moveTo>
                    <a:pt x="0" y="0"/>
                  </a:moveTo>
                  <a:lnTo>
                    <a:pt x="2940574" y="0"/>
                  </a:lnTo>
                  <a:lnTo>
                    <a:pt x="2940574" y="2709333"/>
                  </a:lnTo>
                  <a:lnTo>
                    <a:pt x="0" y="2709333"/>
                  </a:lnTo>
                  <a:close/>
                </a:path>
              </a:pathLst>
            </a:custGeom>
            <a:solidFill>
              <a:srgbClr val="202A79"/>
            </a:solidFill>
            <a:ln>
              <a:noFill/>
            </a:ln>
          </p:spPr>
        </p:sp>
        <p:sp>
          <p:nvSpPr>
            <p:cNvPr id="131" name="Google Shape;131;p25"/>
            <p:cNvSpPr txBox="1"/>
            <p:nvPr/>
          </p:nvSpPr>
          <p:spPr>
            <a:xfrm>
              <a:off x="0" y="-47625"/>
              <a:ext cx="812800" cy="8604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pic>
        <p:nvPicPr>
          <p:cNvPr id="132" name="Google Shape;132;p25"/>
          <p:cNvPicPr preferRelativeResize="0"/>
          <p:nvPr/>
        </p:nvPicPr>
        <p:blipFill rotWithShape="1">
          <a:blip r:embed="rId1"/>
          <a:srcRect l="935" t="4621"/>
          <a:stretch>
            <a:fillRect/>
          </a:stretch>
        </p:blipFill>
        <p:spPr>
          <a:xfrm>
            <a:off x="0" y="0"/>
            <a:ext cx="3561505" cy="5143500"/>
          </a:xfrm>
          <a:prstGeom prst="rect">
            <a:avLst/>
          </a:prstGeom>
          <a:noFill/>
          <a:ln>
            <a:noFill/>
          </a:ln>
        </p:spPr>
      </p:pic>
      <p:grpSp>
        <p:nvGrpSpPr>
          <p:cNvPr id="133" name="Google Shape;133;p25"/>
          <p:cNvGrpSpPr/>
          <p:nvPr/>
        </p:nvGrpSpPr>
        <p:grpSpPr>
          <a:xfrm>
            <a:off x="255087" y="289492"/>
            <a:ext cx="745694" cy="749036"/>
            <a:chOff x="1813" y="0"/>
            <a:chExt cx="809173" cy="812800"/>
          </a:xfrm>
        </p:grpSpPr>
        <p:sp>
          <p:nvSpPr>
            <p:cNvPr id="134" name="Google Shape;134;p2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35" name="Google Shape;135;p25"/>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136" name="Google Shape;136;p25"/>
          <p:cNvGrpSpPr/>
          <p:nvPr/>
        </p:nvGrpSpPr>
        <p:grpSpPr>
          <a:xfrm>
            <a:off x="-127491" y="-324367"/>
            <a:ext cx="1542859" cy="1976842"/>
            <a:chOff x="-205660" y="-273375"/>
            <a:chExt cx="812700" cy="1041300"/>
          </a:xfrm>
        </p:grpSpPr>
        <p:sp>
          <p:nvSpPr>
            <p:cNvPr id="137" name="Google Shape;137;p25"/>
            <p:cNvSpPr/>
            <p:nvPr/>
          </p:nvSpPr>
          <p:spPr>
            <a:xfrm>
              <a:off x="0" y="0"/>
              <a:ext cx="401383" cy="514573"/>
            </a:xfrm>
            <a:custGeom>
              <a:avLst/>
              <a:gdLst/>
              <a:ahLst/>
              <a:cxnLst/>
              <a:rect l="l" t="t" r="r" b="b"/>
              <a:pathLst>
                <a:path w="401383" h="514573" extrusionOk="0">
                  <a:moveTo>
                    <a:pt x="0" y="0"/>
                  </a:moveTo>
                  <a:lnTo>
                    <a:pt x="401383" y="0"/>
                  </a:lnTo>
                  <a:lnTo>
                    <a:pt x="401383" y="514573"/>
                  </a:lnTo>
                  <a:lnTo>
                    <a:pt x="0" y="514573"/>
                  </a:lnTo>
                  <a:close/>
                </a:path>
              </a:pathLst>
            </a:custGeom>
            <a:solidFill>
              <a:srgbClr val="000000">
                <a:alpha val="0"/>
              </a:srgbClr>
            </a:solidFill>
            <a:ln>
              <a:noFill/>
            </a:ln>
          </p:spPr>
        </p:sp>
        <p:sp>
          <p:nvSpPr>
            <p:cNvPr id="138" name="Google Shape;138;p25"/>
            <p:cNvSpPr txBox="1"/>
            <p:nvPr/>
          </p:nvSpPr>
          <p:spPr>
            <a:xfrm>
              <a:off x="-205660" y="-273375"/>
              <a:ext cx="812700" cy="1041300"/>
            </a:xfrm>
            <a:prstGeom prst="rect">
              <a:avLst/>
            </a:prstGeom>
            <a:noFill/>
            <a:ln>
              <a:noFill/>
            </a:ln>
          </p:spPr>
          <p:txBody>
            <a:bodyPr spcFirstLastPara="1" wrap="square" lIns="127000" tIns="127000" rIns="127000" bIns="127000" anchor="ctr" anchorCtr="0">
              <a:noAutofit/>
            </a:bodyPr>
            <a:lstStyle/>
            <a:p>
              <a:pPr marL="0" marR="0" lvl="0" indent="0" algn="ctr" rtl="0">
                <a:lnSpc>
                  <a:spcPct val="15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P</a:t>
              </a:r>
              <a:endParaRPr sz="700"/>
            </a:p>
          </p:txBody>
        </p:sp>
      </p:grpSp>
      <p:grpSp>
        <p:nvGrpSpPr>
          <p:cNvPr id="139" name="Google Shape;139;p25"/>
          <p:cNvGrpSpPr/>
          <p:nvPr/>
        </p:nvGrpSpPr>
        <p:grpSpPr>
          <a:xfrm>
            <a:off x="8201708" y="4200251"/>
            <a:ext cx="426985" cy="428899"/>
            <a:chOff x="2551" y="0"/>
            <a:chExt cx="1138626" cy="1143730"/>
          </a:xfrm>
        </p:grpSpPr>
        <p:grpSp>
          <p:nvGrpSpPr>
            <p:cNvPr id="140" name="Google Shape;140;p25"/>
            <p:cNvGrpSpPr/>
            <p:nvPr/>
          </p:nvGrpSpPr>
          <p:grpSpPr>
            <a:xfrm>
              <a:off x="2551" y="0"/>
              <a:ext cx="1138626" cy="1143730"/>
              <a:chOff x="1813" y="0"/>
              <a:chExt cx="809173" cy="812800"/>
            </a:xfrm>
          </p:grpSpPr>
          <p:sp>
            <p:nvSpPr>
              <p:cNvPr id="141" name="Google Shape;141;p2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42" name="Google Shape;142;p25"/>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43" name="Google Shape;143;p25"/>
            <p:cNvSpPr txBox="1"/>
            <p:nvPr/>
          </p:nvSpPr>
          <p:spPr>
            <a:xfrm>
              <a:off x="362099" y="275108"/>
              <a:ext cx="440689" cy="647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16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D</a:t>
              </a:r>
              <a:endParaRPr sz="700"/>
            </a:p>
          </p:txBody>
        </p:sp>
      </p:grpSp>
      <p:sp>
        <p:nvSpPr>
          <p:cNvPr id="144" name="Google Shape;144;p25"/>
          <p:cNvSpPr txBox="1"/>
          <p:nvPr/>
        </p:nvSpPr>
        <p:spPr>
          <a:xfrm>
            <a:off x="4172283" y="855834"/>
            <a:ext cx="4164255"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ELEGANT</a:t>
            </a:r>
            <a:endParaRPr sz="700"/>
          </a:p>
        </p:txBody>
      </p:sp>
      <p:sp>
        <p:nvSpPr>
          <p:cNvPr id="145" name="Google Shape;145;p25"/>
          <p:cNvSpPr txBox="1"/>
          <p:nvPr/>
        </p:nvSpPr>
        <p:spPr>
          <a:xfrm>
            <a:off x="5676003" y="1903850"/>
            <a:ext cx="3198600" cy="923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PITCH</a:t>
            </a:r>
            <a:endParaRPr sz="700"/>
          </a:p>
        </p:txBody>
      </p:sp>
      <p:sp>
        <p:nvSpPr>
          <p:cNvPr id="146" name="Google Shape;146;p25"/>
          <p:cNvSpPr txBox="1"/>
          <p:nvPr/>
        </p:nvSpPr>
        <p:spPr>
          <a:xfrm>
            <a:off x="4172283" y="2756072"/>
            <a:ext cx="2463802"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DECK</a:t>
            </a:r>
            <a:endParaRPr sz="700"/>
          </a:p>
        </p:txBody>
      </p:sp>
      <p:grpSp>
        <p:nvGrpSpPr>
          <p:cNvPr id="147" name="Google Shape;147;p25"/>
          <p:cNvGrpSpPr/>
          <p:nvPr/>
        </p:nvGrpSpPr>
        <p:grpSpPr>
          <a:xfrm>
            <a:off x="4514103" y="4297464"/>
            <a:ext cx="3644190" cy="266621"/>
            <a:chOff x="0" y="-28575"/>
            <a:chExt cx="9717839" cy="710988"/>
          </a:xfrm>
        </p:grpSpPr>
        <p:sp>
          <p:nvSpPr>
            <p:cNvPr id="148" name="Google Shape;148;p25"/>
            <p:cNvSpPr txBox="1"/>
            <p:nvPr/>
          </p:nvSpPr>
          <p:spPr>
            <a:xfrm>
              <a:off x="4676229" y="-28575"/>
              <a:ext cx="5041610" cy="672888"/>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Presentation 2024</a:t>
              </a:r>
              <a:endParaRPr sz="700"/>
            </a:p>
          </p:txBody>
        </p:sp>
        <p:sp>
          <p:nvSpPr>
            <p:cNvPr id="149" name="Google Shape;149;p25"/>
            <p:cNvSpPr txBox="1"/>
            <p:nvPr/>
          </p:nvSpPr>
          <p:spPr>
            <a:xfrm>
              <a:off x="0" y="9525"/>
              <a:ext cx="4676229" cy="672888"/>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Company name | </a:t>
              </a:r>
              <a:endParaRPr sz="70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53" name="Shape 153"/>
        <p:cNvGrpSpPr/>
        <p:nvPr/>
      </p:nvGrpSpPr>
      <p:grpSpPr>
        <a:xfrm>
          <a:off x="0" y="0"/>
          <a:ext cx="0" cy="0"/>
          <a:chOff x="0" y="0"/>
          <a:chExt cx="0" cy="0"/>
        </a:xfrm>
      </p:grpSpPr>
      <p:grpSp>
        <p:nvGrpSpPr>
          <p:cNvPr id="154" name="Google Shape;154;p26"/>
          <p:cNvGrpSpPr/>
          <p:nvPr/>
        </p:nvGrpSpPr>
        <p:grpSpPr>
          <a:xfrm>
            <a:off x="6012945" y="-69067"/>
            <a:ext cx="3131056" cy="5212567"/>
            <a:chOff x="0" y="-47625"/>
            <a:chExt cx="1649280" cy="2745714"/>
          </a:xfrm>
        </p:grpSpPr>
        <p:sp>
          <p:nvSpPr>
            <p:cNvPr id="155" name="Google Shape;155;p26"/>
            <p:cNvSpPr/>
            <p:nvPr/>
          </p:nvSpPr>
          <p:spPr>
            <a:xfrm>
              <a:off x="0" y="0"/>
              <a:ext cx="1649280" cy="2698089"/>
            </a:xfrm>
            <a:custGeom>
              <a:avLst/>
              <a:gdLst/>
              <a:ahLst/>
              <a:cxnLst/>
              <a:rect l="l" t="t" r="r" b="b"/>
              <a:pathLst>
                <a:path w="1649280" h="2698089" extrusionOk="0">
                  <a:moveTo>
                    <a:pt x="0" y="0"/>
                  </a:moveTo>
                  <a:lnTo>
                    <a:pt x="1649280" y="0"/>
                  </a:lnTo>
                  <a:lnTo>
                    <a:pt x="1649280" y="2698089"/>
                  </a:lnTo>
                  <a:lnTo>
                    <a:pt x="0" y="2698089"/>
                  </a:lnTo>
                  <a:close/>
                </a:path>
              </a:pathLst>
            </a:custGeom>
            <a:solidFill>
              <a:srgbClr val="202A79"/>
            </a:solidFill>
            <a:ln>
              <a:noFill/>
            </a:ln>
          </p:spPr>
        </p:sp>
        <p:sp>
          <p:nvSpPr>
            <p:cNvPr id="156" name="Google Shape;156;p26"/>
            <p:cNvSpPr txBox="1"/>
            <p:nvPr/>
          </p:nvSpPr>
          <p:spPr>
            <a:xfrm>
              <a:off x="0" y="-47625"/>
              <a:ext cx="812800" cy="8604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57" name="Google Shape;157;p26"/>
          <p:cNvSpPr txBox="1"/>
          <p:nvPr/>
        </p:nvSpPr>
        <p:spPr>
          <a:xfrm>
            <a:off x="514350" y="509588"/>
            <a:ext cx="6094455" cy="13763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5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How to Use This Presentation</a:t>
            </a:r>
            <a:endParaRPr sz="700"/>
          </a:p>
        </p:txBody>
      </p:sp>
      <p:sp>
        <p:nvSpPr>
          <p:cNvPr id="158" name="Google Shape;158;p26"/>
          <p:cNvSpPr/>
          <p:nvPr/>
        </p:nvSpPr>
        <p:spPr>
          <a:xfrm>
            <a:off x="969417" y="3198418"/>
            <a:ext cx="1543050" cy="276379"/>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59" name="Google Shape;159;p26"/>
          <p:cNvSpPr txBox="1"/>
          <p:nvPr/>
        </p:nvSpPr>
        <p:spPr>
          <a:xfrm>
            <a:off x="969417" y="2010731"/>
            <a:ext cx="1542900" cy="16335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CANVA</a:t>
            </a:r>
            <a:endParaRPr sz="700"/>
          </a:p>
        </p:txBody>
      </p:sp>
      <p:grpSp>
        <p:nvGrpSpPr>
          <p:cNvPr id="160" name="Google Shape;160;p26"/>
          <p:cNvGrpSpPr/>
          <p:nvPr/>
        </p:nvGrpSpPr>
        <p:grpSpPr>
          <a:xfrm>
            <a:off x="3793553" y="1989979"/>
            <a:ext cx="1543050" cy="1633420"/>
            <a:chOff x="0" y="-636542"/>
            <a:chExt cx="812800" cy="860400"/>
          </a:xfrm>
        </p:grpSpPr>
        <p:sp>
          <p:nvSpPr>
            <p:cNvPr id="161" name="Google Shape;161;p26"/>
            <p:cNvSpPr/>
            <p:nvPr/>
          </p:nvSpPr>
          <p:spPr>
            <a:xfrm>
              <a:off x="0" y="0"/>
              <a:ext cx="812800" cy="145582"/>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62" name="Google Shape;162;p26"/>
            <p:cNvSpPr txBox="1"/>
            <p:nvPr/>
          </p:nvSpPr>
          <p:spPr>
            <a:xfrm>
              <a:off x="0" y="-636542"/>
              <a:ext cx="812700" cy="8604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POWERPOINT</a:t>
              </a:r>
              <a:endParaRPr sz="700"/>
            </a:p>
          </p:txBody>
        </p:sp>
      </p:grpSp>
      <p:grpSp>
        <p:nvGrpSpPr>
          <p:cNvPr id="163" name="Google Shape;163;p26"/>
          <p:cNvGrpSpPr/>
          <p:nvPr/>
        </p:nvGrpSpPr>
        <p:grpSpPr>
          <a:xfrm>
            <a:off x="6608805" y="2010755"/>
            <a:ext cx="1543050" cy="1633420"/>
            <a:chOff x="0" y="-625599"/>
            <a:chExt cx="812800" cy="860400"/>
          </a:xfrm>
        </p:grpSpPr>
        <p:sp>
          <p:nvSpPr>
            <p:cNvPr id="164" name="Google Shape;164;p26"/>
            <p:cNvSpPr/>
            <p:nvPr/>
          </p:nvSpPr>
          <p:spPr>
            <a:xfrm>
              <a:off x="0" y="0"/>
              <a:ext cx="812800" cy="145582"/>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65" name="Google Shape;165;p26"/>
            <p:cNvSpPr txBox="1"/>
            <p:nvPr/>
          </p:nvSpPr>
          <p:spPr>
            <a:xfrm>
              <a:off x="0" y="-625599"/>
              <a:ext cx="812700" cy="8604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FFFFFF"/>
                  </a:solidFill>
                  <a:latin typeface="Arial" panose="020B0604020202090204"/>
                  <a:ea typeface="Arial" panose="020B0604020202090204"/>
                  <a:cs typeface="Arial" panose="020B0604020202090204"/>
                  <a:sym typeface="Arial" panose="020B0604020202090204"/>
                </a:rPr>
                <a:t>GOOGLE SLIDES</a:t>
              </a:r>
              <a:endParaRPr sz="700"/>
            </a:p>
          </p:txBody>
        </p:sp>
      </p:grpSp>
      <p:pic>
        <p:nvPicPr>
          <p:cNvPr id="166" name="Google Shape;166;p26"/>
          <p:cNvPicPr preferRelativeResize="0"/>
          <p:nvPr/>
        </p:nvPicPr>
        <p:blipFill rotWithShape="1">
          <a:blip r:embed="rId1"/>
          <a:srcRect/>
          <a:stretch>
            <a:fillRect/>
          </a:stretch>
        </p:blipFill>
        <p:spPr>
          <a:xfrm>
            <a:off x="7119644" y="2237245"/>
            <a:ext cx="436351" cy="436351"/>
          </a:xfrm>
          <a:prstGeom prst="rect">
            <a:avLst/>
          </a:prstGeom>
          <a:noFill/>
          <a:ln>
            <a:noFill/>
          </a:ln>
        </p:spPr>
      </p:pic>
      <p:pic>
        <p:nvPicPr>
          <p:cNvPr id="167" name="Google Shape;167;p26"/>
          <p:cNvPicPr preferRelativeResize="0"/>
          <p:nvPr/>
        </p:nvPicPr>
        <p:blipFill rotWithShape="1">
          <a:blip r:embed="rId2"/>
          <a:srcRect/>
          <a:stretch>
            <a:fillRect/>
          </a:stretch>
        </p:blipFill>
        <p:spPr>
          <a:xfrm>
            <a:off x="4292701" y="2223173"/>
            <a:ext cx="464494" cy="464494"/>
          </a:xfrm>
          <a:prstGeom prst="rect">
            <a:avLst/>
          </a:prstGeom>
          <a:noFill/>
          <a:ln>
            <a:noFill/>
          </a:ln>
        </p:spPr>
      </p:pic>
      <p:pic>
        <p:nvPicPr>
          <p:cNvPr id="168" name="Google Shape;168;p26"/>
          <p:cNvPicPr preferRelativeResize="0"/>
          <p:nvPr/>
        </p:nvPicPr>
        <p:blipFill rotWithShape="1">
          <a:blip r:embed="rId3"/>
          <a:srcRect/>
          <a:stretch>
            <a:fillRect/>
          </a:stretch>
        </p:blipFill>
        <p:spPr>
          <a:xfrm>
            <a:off x="1501659" y="2237245"/>
            <a:ext cx="478567" cy="478567"/>
          </a:xfrm>
          <a:prstGeom prst="rect">
            <a:avLst/>
          </a:prstGeom>
          <a:noFill/>
          <a:ln>
            <a:noFill/>
          </a:ln>
        </p:spPr>
      </p:pic>
      <p:cxnSp>
        <p:nvCxnSpPr>
          <p:cNvPr id="169" name="Google Shape;169;p26"/>
          <p:cNvCxnSpPr/>
          <p:nvPr/>
        </p:nvCxnSpPr>
        <p:spPr>
          <a:xfrm>
            <a:off x="3121380" y="2142410"/>
            <a:ext cx="0" cy="2769998"/>
          </a:xfrm>
          <a:prstGeom prst="straightConnector1">
            <a:avLst/>
          </a:prstGeom>
          <a:noFill/>
          <a:ln w="38100" cap="flat" cmpd="sng">
            <a:solidFill>
              <a:srgbClr val="202A79"/>
            </a:solidFill>
            <a:prstDash val="solid"/>
            <a:round/>
            <a:headEnd type="none" w="sm" len="sm"/>
            <a:tailEnd type="none" w="sm" len="sm"/>
          </a:ln>
        </p:spPr>
      </p:cxnSp>
      <p:cxnSp>
        <p:nvCxnSpPr>
          <p:cNvPr id="170" name="Google Shape;170;p26"/>
          <p:cNvCxnSpPr/>
          <p:nvPr/>
        </p:nvCxnSpPr>
        <p:spPr>
          <a:xfrm>
            <a:off x="6066822" y="2089797"/>
            <a:ext cx="0" cy="2769998"/>
          </a:xfrm>
          <a:prstGeom prst="straightConnector1">
            <a:avLst/>
          </a:prstGeom>
          <a:noFill/>
          <a:ln w="38100" cap="flat" cmpd="sng">
            <a:solidFill>
              <a:srgbClr val="202A79"/>
            </a:solidFill>
            <a:prstDash val="solid"/>
            <a:round/>
            <a:headEnd type="none" w="sm" len="sm"/>
            <a:tailEnd type="none" w="sm" len="sm"/>
          </a:ln>
        </p:spPr>
      </p:cxnSp>
      <p:grpSp>
        <p:nvGrpSpPr>
          <p:cNvPr id="171" name="Google Shape;171;p26"/>
          <p:cNvGrpSpPr/>
          <p:nvPr/>
        </p:nvGrpSpPr>
        <p:grpSpPr>
          <a:xfrm>
            <a:off x="5735666" y="514350"/>
            <a:ext cx="554557" cy="557042"/>
            <a:chOff x="1813" y="0"/>
            <a:chExt cx="809173" cy="812800"/>
          </a:xfrm>
        </p:grpSpPr>
        <p:sp>
          <p:nvSpPr>
            <p:cNvPr id="172" name="Google Shape;172;p26"/>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73" name="Google Shape;173;p26"/>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cxnSp>
        <p:nvCxnSpPr>
          <p:cNvPr id="174" name="Google Shape;174;p26"/>
          <p:cNvCxnSpPr/>
          <p:nvPr/>
        </p:nvCxnSpPr>
        <p:spPr>
          <a:xfrm>
            <a:off x="887617" y="3035735"/>
            <a:ext cx="1624850" cy="0"/>
          </a:xfrm>
          <a:prstGeom prst="straightConnector1">
            <a:avLst/>
          </a:prstGeom>
          <a:noFill/>
          <a:ln w="19050" cap="flat" cmpd="sng">
            <a:solidFill>
              <a:srgbClr val="FFFFFF"/>
            </a:solidFill>
            <a:prstDash val="solid"/>
            <a:round/>
            <a:headEnd type="none" w="sm" len="sm"/>
            <a:tailEnd type="none" w="sm" len="sm"/>
          </a:ln>
        </p:spPr>
      </p:cxnSp>
      <p:cxnSp>
        <p:nvCxnSpPr>
          <p:cNvPr id="175" name="Google Shape;175;p26"/>
          <p:cNvCxnSpPr/>
          <p:nvPr/>
        </p:nvCxnSpPr>
        <p:spPr>
          <a:xfrm>
            <a:off x="3711753" y="3016685"/>
            <a:ext cx="1624850" cy="0"/>
          </a:xfrm>
          <a:prstGeom prst="straightConnector1">
            <a:avLst/>
          </a:prstGeom>
          <a:noFill/>
          <a:ln w="19050" cap="flat" cmpd="sng">
            <a:solidFill>
              <a:srgbClr val="FFFFFF"/>
            </a:solidFill>
            <a:prstDash val="solid"/>
            <a:round/>
            <a:headEnd type="none" w="sm" len="sm"/>
            <a:tailEnd type="none" w="sm" len="sm"/>
          </a:ln>
        </p:spPr>
      </p:cxnSp>
      <p:cxnSp>
        <p:nvCxnSpPr>
          <p:cNvPr id="176" name="Google Shape;176;p26"/>
          <p:cNvCxnSpPr/>
          <p:nvPr/>
        </p:nvCxnSpPr>
        <p:spPr>
          <a:xfrm>
            <a:off x="6527005" y="2997635"/>
            <a:ext cx="1624850" cy="0"/>
          </a:xfrm>
          <a:prstGeom prst="straightConnector1">
            <a:avLst/>
          </a:prstGeom>
          <a:noFill/>
          <a:ln w="19050" cap="flat" cmpd="sng">
            <a:solidFill>
              <a:srgbClr val="FFFFFF"/>
            </a:solidFill>
            <a:prstDash val="solid"/>
            <a:round/>
            <a:headEnd type="none" w="sm" len="sm"/>
            <a:tailEnd type="none" w="sm" len="sm"/>
          </a:ln>
        </p:spPr>
      </p:cxnSp>
      <p:sp>
        <p:nvSpPr>
          <p:cNvPr id="177" name="Google Shape;177;p26"/>
          <p:cNvSpPr txBox="1"/>
          <p:nvPr/>
        </p:nvSpPr>
        <p:spPr>
          <a:xfrm>
            <a:off x="804647" y="3232504"/>
            <a:ext cx="1990200" cy="846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"Canva" button under this presentation preview. Start editing your presentation. You need to sign in to your Canva account.</a:t>
            </a:r>
            <a:endParaRPr sz="700"/>
          </a:p>
        </p:txBody>
      </p:sp>
      <p:sp>
        <p:nvSpPr>
          <p:cNvPr id="178" name="Google Shape;178;p26"/>
          <p:cNvSpPr txBox="1"/>
          <p:nvPr/>
        </p:nvSpPr>
        <p:spPr>
          <a:xfrm>
            <a:off x="3495962" y="3232504"/>
            <a:ext cx="2058000" cy="1185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Export this design from Canva as a PowerPoint template. Open the design in Canva. This will provide you with all the fonts used and elements used in this presentation as listed on page 21. Learn more on slide 3.</a:t>
            </a:r>
            <a:endParaRPr sz="700"/>
          </a:p>
        </p:txBody>
      </p:sp>
      <p:sp>
        <p:nvSpPr>
          <p:cNvPr id="179" name="Google Shape;179;p26"/>
          <p:cNvSpPr txBox="1"/>
          <p:nvPr/>
        </p:nvSpPr>
        <p:spPr>
          <a:xfrm>
            <a:off x="6431768" y="3232504"/>
            <a:ext cx="1967700" cy="1185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FFFFFF"/>
                </a:solidFill>
                <a:latin typeface="Arial" panose="020B0604020202090204"/>
                <a:ea typeface="Arial" panose="020B0604020202090204"/>
                <a:cs typeface="Arial" panose="020B0604020202090204"/>
                <a:sym typeface="Arial" panose="020B0604020202090204"/>
              </a:rPr>
              <a:t>Export this design from Canva as a GoogleSlide template. This will provide you with all the fonts used and elements used in this presentation as listed on page 21. Learn more on slide 4.</a:t>
            </a:r>
            <a:endParaRPr sz="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83" name="Shape 183"/>
        <p:cNvGrpSpPr/>
        <p:nvPr/>
      </p:nvGrpSpPr>
      <p:grpSpPr>
        <a:xfrm>
          <a:off x="0" y="0"/>
          <a:ext cx="0" cy="0"/>
          <a:chOff x="0" y="0"/>
          <a:chExt cx="0" cy="0"/>
        </a:xfrm>
      </p:grpSpPr>
      <p:sp>
        <p:nvSpPr>
          <p:cNvPr id="184" name="Google Shape;184;p27"/>
          <p:cNvSpPr txBox="1"/>
          <p:nvPr/>
        </p:nvSpPr>
        <p:spPr>
          <a:xfrm>
            <a:off x="679024" y="509588"/>
            <a:ext cx="6079362" cy="7667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25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Download this presentation as a Powerpoint template in 3 steps</a:t>
            </a:r>
            <a:endParaRPr sz="700"/>
          </a:p>
        </p:txBody>
      </p:sp>
      <p:pic>
        <p:nvPicPr>
          <p:cNvPr id="185" name="Google Shape;185;p27"/>
          <p:cNvPicPr preferRelativeResize="0"/>
          <p:nvPr/>
        </p:nvPicPr>
        <p:blipFill rotWithShape="1">
          <a:blip r:embed="rId1"/>
          <a:srcRect/>
          <a:stretch>
            <a:fillRect/>
          </a:stretch>
        </p:blipFill>
        <p:spPr>
          <a:xfrm>
            <a:off x="679024" y="3249558"/>
            <a:ext cx="1540480" cy="1553684"/>
          </a:xfrm>
          <a:prstGeom prst="rect">
            <a:avLst/>
          </a:prstGeom>
          <a:noFill/>
          <a:ln>
            <a:noFill/>
          </a:ln>
        </p:spPr>
      </p:pic>
      <p:pic>
        <p:nvPicPr>
          <p:cNvPr id="186" name="Google Shape;186;p27"/>
          <p:cNvPicPr preferRelativeResize="0"/>
          <p:nvPr/>
        </p:nvPicPr>
        <p:blipFill rotWithShape="1">
          <a:blip r:embed="rId2"/>
          <a:srcRect/>
          <a:stretch>
            <a:fillRect/>
          </a:stretch>
        </p:blipFill>
        <p:spPr>
          <a:xfrm>
            <a:off x="3631894" y="3040953"/>
            <a:ext cx="1264450" cy="1970892"/>
          </a:xfrm>
          <a:prstGeom prst="rect">
            <a:avLst/>
          </a:prstGeom>
          <a:noFill/>
          <a:ln>
            <a:noFill/>
          </a:ln>
        </p:spPr>
      </p:pic>
      <p:sp>
        <p:nvSpPr>
          <p:cNvPr id="187" name="Google Shape;187;p27"/>
          <p:cNvSpPr txBox="1"/>
          <p:nvPr/>
        </p:nvSpPr>
        <p:spPr>
          <a:xfrm>
            <a:off x="3631894" y="2168265"/>
            <a:ext cx="1880100" cy="753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"Share" button on the top right corner in Canva and click on "More" at the bottom of the menu.</a:t>
            </a:r>
            <a:endParaRPr sz="700"/>
          </a:p>
        </p:txBody>
      </p:sp>
      <p:pic>
        <p:nvPicPr>
          <p:cNvPr id="188" name="Google Shape;188;p27"/>
          <p:cNvPicPr preferRelativeResize="0"/>
          <p:nvPr/>
        </p:nvPicPr>
        <p:blipFill rotWithShape="1">
          <a:blip r:embed="rId3"/>
          <a:srcRect/>
          <a:stretch>
            <a:fillRect/>
          </a:stretch>
        </p:blipFill>
        <p:spPr>
          <a:xfrm>
            <a:off x="6584765" y="3040953"/>
            <a:ext cx="1501307" cy="868499"/>
          </a:xfrm>
          <a:prstGeom prst="rect">
            <a:avLst/>
          </a:prstGeom>
          <a:noFill/>
          <a:ln>
            <a:noFill/>
          </a:ln>
        </p:spPr>
      </p:pic>
      <p:sp>
        <p:nvSpPr>
          <p:cNvPr id="189" name="Google Shape;189;p27"/>
          <p:cNvSpPr txBox="1"/>
          <p:nvPr/>
        </p:nvSpPr>
        <p:spPr>
          <a:xfrm>
            <a:off x="679024" y="2168265"/>
            <a:ext cx="1998600" cy="948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"Canva" button next to this presentation. Start editing your presentation. You may need to sign in to your Canva account.</a:t>
            </a:r>
            <a:endParaRPr sz="700"/>
          </a:p>
        </p:txBody>
      </p:sp>
      <p:sp>
        <p:nvSpPr>
          <p:cNvPr id="190" name="Google Shape;190;p27"/>
          <p:cNvSpPr txBox="1"/>
          <p:nvPr/>
        </p:nvSpPr>
        <p:spPr>
          <a:xfrm>
            <a:off x="6584765" y="2168265"/>
            <a:ext cx="1880100" cy="753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Enter "PowerPoint" in the search bar and click on the PowerPoint icon to download.</a:t>
            </a:r>
            <a:endParaRPr sz="700"/>
          </a:p>
        </p:txBody>
      </p:sp>
      <p:cxnSp>
        <p:nvCxnSpPr>
          <p:cNvPr id="191" name="Google Shape;191;p27"/>
          <p:cNvCxnSpPr/>
          <p:nvPr/>
        </p:nvCxnSpPr>
        <p:spPr>
          <a:xfrm>
            <a:off x="3121380" y="2142410"/>
            <a:ext cx="0" cy="2769998"/>
          </a:xfrm>
          <a:prstGeom prst="straightConnector1">
            <a:avLst/>
          </a:prstGeom>
          <a:noFill/>
          <a:ln w="19050" cap="flat" cmpd="sng">
            <a:solidFill>
              <a:srgbClr val="202A79"/>
            </a:solidFill>
            <a:prstDash val="solid"/>
            <a:round/>
            <a:headEnd type="none" w="sm" len="sm"/>
            <a:tailEnd type="none" w="sm" len="sm"/>
          </a:ln>
        </p:spPr>
      </p:cxnSp>
      <p:cxnSp>
        <p:nvCxnSpPr>
          <p:cNvPr id="192" name="Google Shape;192;p27"/>
          <p:cNvCxnSpPr/>
          <p:nvPr/>
        </p:nvCxnSpPr>
        <p:spPr>
          <a:xfrm>
            <a:off x="6066822" y="2089797"/>
            <a:ext cx="0" cy="2769998"/>
          </a:xfrm>
          <a:prstGeom prst="straightConnector1">
            <a:avLst/>
          </a:prstGeom>
          <a:noFill/>
          <a:ln w="19050" cap="flat" cmpd="sng">
            <a:solidFill>
              <a:srgbClr val="202A79"/>
            </a:solidFill>
            <a:prstDash val="solid"/>
            <a:round/>
            <a:headEnd type="none" w="sm" len="sm"/>
            <a:tailEnd type="none" w="sm" len="sm"/>
          </a:ln>
        </p:spPr>
      </p:cxnSp>
      <p:grpSp>
        <p:nvGrpSpPr>
          <p:cNvPr id="193" name="Google Shape;193;p27"/>
          <p:cNvGrpSpPr/>
          <p:nvPr/>
        </p:nvGrpSpPr>
        <p:grpSpPr>
          <a:xfrm>
            <a:off x="680267" y="1451594"/>
            <a:ext cx="6460297" cy="638203"/>
            <a:chOff x="3313" y="0"/>
            <a:chExt cx="17227459" cy="1701877"/>
          </a:xfrm>
        </p:grpSpPr>
        <p:grpSp>
          <p:nvGrpSpPr>
            <p:cNvPr id="194" name="Google Shape;194;p27"/>
            <p:cNvGrpSpPr/>
            <p:nvPr/>
          </p:nvGrpSpPr>
          <p:grpSpPr>
            <a:xfrm>
              <a:off x="3313" y="70076"/>
              <a:ext cx="1478818" cy="1485447"/>
              <a:chOff x="1813" y="0"/>
              <a:chExt cx="809173" cy="812800"/>
            </a:xfrm>
          </p:grpSpPr>
          <p:sp>
            <p:nvSpPr>
              <p:cNvPr id="195" name="Google Shape;195;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96" name="Google Shape;196;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97" name="Google Shape;197;p27"/>
            <p:cNvSpPr txBox="1"/>
            <p:nvPr/>
          </p:nvSpPr>
          <p:spPr>
            <a:xfrm>
              <a:off x="487635" y="0"/>
              <a:ext cx="468135"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1</a:t>
              </a:r>
              <a:endParaRPr sz="700"/>
            </a:p>
          </p:txBody>
        </p:sp>
        <p:grpSp>
          <p:nvGrpSpPr>
            <p:cNvPr id="198" name="Google Shape;198;p27"/>
            <p:cNvGrpSpPr/>
            <p:nvPr/>
          </p:nvGrpSpPr>
          <p:grpSpPr>
            <a:xfrm>
              <a:off x="7877634" y="146353"/>
              <a:ext cx="1478818" cy="1485447"/>
              <a:chOff x="1813" y="0"/>
              <a:chExt cx="809173" cy="812800"/>
            </a:xfrm>
          </p:grpSpPr>
          <p:sp>
            <p:nvSpPr>
              <p:cNvPr id="199" name="Google Shape;199;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200" name="Google Shape;200;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201" name="Google Shape;201;p27"/>
            <p:cNvSpPr txBox="1"/>
            <p:nvPr/>
          </p:nvSpPr>
          <p:spPr>
            <a:xfrm>
              <a:off x="8260356" y="76277"/>
              <a:ext cx="468135"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2</a:t>
              </a:r>
              <a:endParaRPr sz="700"/>
            </a:p>
          </p:txBody>
        </p:sp>
        <p:grpSp>
          <p:nvGrpSpPr>
            <p:cNvPr id="202" name="Google Shape;202;p27"/>
            <p:cNvGrpSpPr/>
            <p:nvPr/>
          </p:nvGrpSpPr>
          <p:grpSpPr>
            <a:xfrm>
              <a:off x="15751954" y="146353"/>
              <a:ext cx="1478818" cy="1485447"/>
              <a:chOff x="1813" y="0"/>
              <a:chExt cx="809173" cy="812800"/>
            </a:xfrm>
          </p:grpSpPr>
          <p:sp>
            <p:nvSpPr>
              <p:cNvPr id="203" name="Google Shape;203;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204" name="Google Shape;204;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205" name="Google Shape;205;p27"/>
            <p:cNvSpPr txBox="1"/>
            <p:nvPr/>
          </p:nvSpPr>
          <p:spPr>
            <a:xfrm>
              <a:off x="16211633" y="6200"/>
              <a:ext cx="681434"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3</a:t>
              </a:r>
              <a:endParaRPr sz="700"/>
            </a:p>
          </p:txBody>
        </p:sp>
      </p:grpSp>
      <p:graphicFrame>
        <p:nvGraphicFramePr>
          <p:cNvPr id="2" name="表格 1"/>
          <p:cNvGraphicFramePr/>
          <p:nvPr/>
        </p:nvGraphicFramePr>
        <p:xfrm>
          <a:off x="7364095" y="724535"/>
          <a:ext cx="1219200" cy="1066800"/>
        </p:xfrm>
        <a:graphic>
          <a:graphicData uri="http://schemas.openxmlformats.org/drawingml/2006/table">
            <a:tbl>
              <a:tblPr/>
              <a:tblGrid>
                <a:gridCol w="609600"/>
                <a:gridCol w="609600"/>
              </a:tblGrid>
              <a:tr h="213360">
                <a:tc>
                  <a:txBody>
                    <a:bodyPr/>
                    <a:p>
                      <a:pPr algn="ctr" fontAlgn="ctr"/>
                      <a:r>
                        <a:rPr lang="en-US" altLang="zh-CN" sz="1100" b="0" i="0">
                          <a:solidFill>
                            <a:srgbClr val="000000"/>
                          </a:solidFill>
                          <a:latin typeface="宋体"/>
                          <a:ea typeface="宋体"/>
                        </a:rPr>
                        <a:t>step</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c>
                  <a:txBody>
                    <a:bodyPr/>
                    <a:p>
                      <a:pPr algn="ctr" fontAlgn="ctr"/>
                      <a:r>
                        <a:rPr lang="en-US" altLang="zh-CN" sz="1100" b="0" i="0">
                          <a:solidFill>
                            <a:srgbClr val="000000"/>
                          </a:solidFill>
                          <a:latin typeface="宋体"/>
                          <a:ea typeface="宋体"/>
                        </a:rPr>
                        <a:t>goal</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r>
              <a:tr h="213360">
                <a:tc>
                  <a:txBody>
                    <a:bodyPr/>
                    <a:p>
                      <a:pPr algn="ctr" fontAlgn="ctr"/>
                      <a:r>
                        <a:rPr lang="en-US" altLang="zh-CN" sz="1100" b="0" i="0">
                          <a:solidFill>
                            <a:srgbClr val="000000"/>
                          </a:solidFill>
                          <a:latin typeface="宋体"/>
                          <a:ea typeface="宋体"/>
                        </a:rPr>
                        <a:t>1</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canva</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2</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share</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4</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end</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1051</Words>
  <Application>WPS 表格</Application>
  <PresentationFormat/>
  <Paragraphs>58</Paragraphs>
  <Slides>3</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vt:i4>
      </vt:variant>
    </vt:vector>
  </HeadingPairs>
  <TitlesOfParts>
    <vt:vector size="19" baseType="lpstr">
      <vt:lpstr>Arial</vt:lpstr>
      <vt:lpstr>宋体</vt:lpstr>
      <vt:lpstr>Wingdings</vt:lpstr>
      <vt:lpstr>Arial</vt:lpstr>
      <vt:lpstr>Calibri</vt:lpstr>
      <vt:lpstr>Helvetica Neue</vt:lpstr>
      <vt:lpstr>Cinzel Decorative</vt:lpstr>
      <vt:lpstr>宋体</vt:lpstr>
      <vt:lpstr>汉仪书宋二KW</vt:lpstr>
      <vt:lpstr>微软雅黑</vt:lpstr>
      <vt:lpstr>汉仪旗黑</vt:lpstr>
      <vt:lpstr>宋体</vt:lpstr>
      <vt:lpstr>Arial Unicode MS</vt:lpstr>
      <vt:lpstr>Cinzel Decorative</vt:lpstr>
      <vt:lpstr>Simple Light</vt:lpstr>
      <vt:lpstr>Office Theme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Jayus</cp:lastModifiedBy>
  <cp:revision>4</cp:revision>
  <dcterms:created xsi:type="dcterms:W3CDTF">2025-09-04T09:32:26Z</dcterms:created>
  <dcterms:modified xsi:type="dcterms:W3CDTF">2025-09-04T09:32:26Z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F763698DA445B9F677F5B664538276ED_42</vt:lpwstr>
  </property>
  <property fmtid="{D5CDD505-2E9C-101B-9397-08002B2CF9AE}" pid="3" name="KSOProductBuildVer">
    <vt:lpwstr>2052-12.1.21861.21861</vt:lpwstr>
  </property>
</Properties>
</file>