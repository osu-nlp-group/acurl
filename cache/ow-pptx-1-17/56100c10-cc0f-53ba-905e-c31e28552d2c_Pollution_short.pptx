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Calibri" panose="020F0502020204030204"/>
      <p:regular r:id="rId12"/>
    </p:embeddedFont>
    <p:embeddedFont>
      <p:font typeface="Inter" panose="02000503000000020004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327742df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3" name="Google Shape;103;g22327742df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327742dfb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8" name="Google Shape;118;g22327742dfb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143500"/>
            <a:ext cx="18287996" cy="5143500"/>
          </a:xfrm>
          <a:custGeom>
            <a:avLst/>
            <a:gdLst/>
            <a:ahLst/>
            <a:cxnLst/>
            <a:rect l="l" t="t" r="r" b="b"/>
            <a:pathLst>
              <a:path w="4816592" h="1354667" extrusionOk="0">
                <a:moveTo>
                  <a:pt x="0" y="0"/>
                </a:moveTo>
                <a:lnTo>
                  <a:pt x="4816592" y="0"/>
                </a:lnTo>
                <a:lnTo>
                  <a:pt x="4816592" y="1354667"/>
                </a:lnTo>
                <a:lnTo>
                  <a:pt x="0" y="1354667"/>
                </a:lnTo>
                <a:close/>
              </a:path>
            </a:pathLst>
          </a:custGeom>
          <a:solidFill>
            <a:srgbClr val="14288F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3190808" y="6319939"/>
            <a:ext cx="4684061" cy="182308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204086" y="974725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6895098" y="974725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7689221" y="5680433"/>
            <a:ext cx="4684031" cy="182306"/>
          </a:xfrm>
          <a:custGeom>
            <a:avLst/>
            <a:gdLst/>
            <a:ahLst/>
            <a:cxnLst/>
            <a:rect l="l" t="t" r="r" b="b"/>
            <a:pathLst>
              <a:path w="1233654" h="48015" extrusionOk="0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292027" y="6319939"/>
            <a:ext cx="1608784" cy="182306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0171345" y="6247609"/>
            <a:ext cx="3086098" cy="3158414"/>
            <a:chOff x="0" y="-19050"/>
            <a:chExt cx="812800" cy="83185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23713" cy="48015"/>
            </a:xfrm>
            <a:custGeom>
              <a:avLst/>
              <a:gdLst/>
              <a:ahLst/>
              <a:cxnLst/>
              <a:rect l="l" t="t" r="r" b="b"/>
              <a:pathLst>
                <a:path w="423713" h="48015" extrusionOk="0">
                  <a:moveTo>
                    <a:pt x="0" y="0"/>
                  </a:moveTo>
                  <a:lnTo>
                    <a:pt x="423713" y="0"/>
                  </a:lnTo>
                  <a:lnTo>
                    <a:pt x="423713" y="48015"/>
                  </a:lnTo>
                  <a:lnTo>
                    <a:pt x="0" y="48015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3" name="Google Shape;93;p1"/>
          <p:cNvPicPr preferRelativeResize="0"/>
          <p:nvPr/>
        </p:nvPicPr>
        <p:blipFill rotWithShape="1">
          <a:blip r:embed="rId1"/>
          <a:srcRect l="3909" r="38092" b="43790"/>
          <a:stretch>
            <a:fillRect/>
          </a:stretch>
        </p:blipFill>
        <p:spPr>
          <a:xfrm>
            <a:off x="-2852962" y="-510309"/>
            <a:ext cx="10606874" cy="57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12202156" y="974725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5286314" y="5680433"/>
            <a:ext cx="1608796" cy="182308"/>
          </a:xfrm>
          <a:custGeom>
            <a:avLst/>
            <a:gdLst/>
            <a:ahLst/>
            <a:cxnLst/>
            <a:rect l="l" t="t" r="r" b="b"/>
            <a:pathLst>
              <a:path w="423713" h="48015" extrusionOk="0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pic>
        <p:nvPicPr>
          <p:cNvPr id="96" name="Google Shape;9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9830280" y="-654766"/>
            <a:ext cx="8747612" cy="72685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7009168" y="7066219"/>
            <a:ext cx="10728167" cy="2582194"/>
            <a:chOff x="0" y="-19050"/>
            <a:chExt cx="14304223" cy="3442925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14610" y="471344"/>
              <a:ext cx="13675003" cy="2952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63"/>
                <a:buFont typeface="Arial" panose="020B0604020202090204"/>
                <a:buNone/>
              </a:pPr>
              <a:r>
                <a:rPr lang="en-US" sz="1346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POLLUTION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19050"/>
              <a:ext cx="14304223" cy="780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 panose="020B0604020202090204"/>
                <a:buNone/>
              </a:pPr>
              <a:r>
                <a:rPr lang="en-US" sz="3800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SCIENCE SUBJECT FOR MIDDLE SCHOOL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100" name="Google Shape;100;p1"/>
          <p:cNvPicPr preferRelativeResize="0"/>
          <p:nvPr/>
        </p:nvPicPr>
        <p:blipFill rotWithShape="1">
          <a:blip r:embed="rId1"/>
          <a:srcRect l="30114" t="55339" r="10464" b="4428"/>
          <a:stretch>
            <a:fillRect/>
          </a:stretch>
        </p:blipFill>
        <p:spPr>
          <a:xfrm>
            <a:off x="-3908384" y="5694387"/>
            <a:ext cx="10867052" cy="413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22327742dfb_3_1"/>
          <p:cNvPicPr preferRelativeResize="0"/>
          <p:nvPr/>
        </p:nvPicPr>
        <p:blipFill rotWithShape="1">
          <a:blip r:embed="rId1"/>
          <a:srcRect t="30240"/>
          <a:stretch>
            <a:fillRect/>
          </a:stretch>
        </p:blipFill>
        <p:spPr>
          <a:xfrm>
            <a:off x="-95250" y="3135725"/>
            <a:ext cx="18515502" cy="726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2327742dfb_3_1"/>
          <p:cNvPicPr preferRelativeResize="0"/>
          <p:nvPr/>
        </p:nvPicPr>
        <p:blipFill rotWithShape="1">
          <a:blip r:embed="rId2"/>
          <a:srcRect l="20419" t="20887" r="51715" b="33427"/>
          <a:stretch>
            <a:fillRect/>
          </a:stretch>
        </p:blipFill>
        <p:spPr>
          <a:xfrm>
            <a:off x="-369775" y="-1242584"/>
            <a:ext cx="5141248" cy="47414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22327742dfb_3_1"/>
          <p:cNvGrpSpPr/>
          <p:nvPr/>
        </p:nvGrpSpPr>
        <p:grpSpPr>
          <a:xfrm>
            <a:off x="169921" y="5372657"/>
            <a:ext cx="6477750" cy="4145068"/>
            <a:chOff x="0" y="-57150"/>
            <a:chExt cx="8637000" cy="5526757"/>
          </a:xfrm>
        </p:grpSpPr>
        <p:sp>
          <p:nvSpPr>
            <p:cNvPr id="108" name="Google Shape;108;g22327742dfb_3_1"/>
            <p:cNvSpPr txBox="1"/>
            <p:nvPr/>
          </p:nvSpPr>
          <p:spPr>
            <a:xfrm>
              <a:off x="0" y="1032607"/>
              <a:ext cx="8637000" cy="44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"Google Slides" button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below 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"Make a copy."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 need to sign in to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your Google account.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09" name="Google Shape;109;g22327742dfb_3_1"/>
            <p:cNvSpPr txBox="1"/>
            <p:nvPr/>
          </p:nvSpPr>
          <p:spPr>
            <a:xfrm>
              <a:off x="891039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GOOGLE SLIDES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10" name="Google Shape;110;g22327742dfb_3_1"/>
          <p:cNvGrpSpPr/>
          <p:nvPr/>
        </p:nvGrpSpPr>
        <p:grpSpPr>
          <a:xfrm>
            <a:off x="5905070" y="5372657"/>
            <a:ext cx="6477750" cy="4145068"/>
            <a:chOff x="0" y="-57150"/>
            <a:chExt cx="8637000" cy="5526757"/>
          </a:xfrm>
        </p:grpSpPr>
        <p:sp>
          <p:nvSpPr>
            <p:cNvPr id="111" name="Google Shape;111;g22327742dfb_3_1"/>
            <p:cNvSpPr txBox="1"/>
            <p:nvPr/>
          </p:nvSpPr>
          <p:spPr>
            <a:xfrm>
              <a:off x="0" y="1032607"/>
              <a:ext cx="8637000" cy="44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"PowerPoint" button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below 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Download and install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the fonts used in this presentation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as listed on the next page.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2" name="Google Shape;112;g22327742dfb_3_1"/>
            <p:cNvSpPr txBox="1"/>
            <p:nvPr/>
          </p:nvSpPr>
          <p:spPr>
            <a:xfrm>
              <a:off x="891039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POWERPOINT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13" name="Google Shape;113;g22327742dfb_3_1"/>
          <p:cNvGrpSpPr/>
          <p:nvPr/>
        </p:nvGrpSpPr>
        <p:grpSpPr>
          <a:xfrm>
            <a:off x="12032274" y="5372657"/>
            <a:ext cx="5141250" cy="3720268"/>
            <a:chOff x="0" y="-57150"/>
            <a:chExt cx="6855000" cy="4960357"/>
          </a:xfrm>
        </p:grpSpPr>
        <p:sp>
          <p:nvSpPr>
            <p:cNvPr id="114" name="Google Shape;114;g22327742dfb_3_1"/>
            <p:cNvSpPr txBox="1"/>
            <p:nvPr/>
          </p:nvSpPr>
          <p:spPr>
            <a:xfrm>
              <a:off x="0" y="1032607"/>
              <a:ext cx="6855000" cy="387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Click on the "Canva" button under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this presentation preview.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Start editing your presentation.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endParaRPr sz="23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 need to sign in to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your Canva account.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" name="Google Shape;115;g22327742dfb_3_1"/>
            <p:cNvSpPr txBox="1"/>
            <p:nvPr/>
          </p:nvSpPr>
          <p:spPr>
            <a:xfrm>
              <a:off x="0" y="-57150"/>
              <a:ext cx="685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 panose="020B0604020202090204"/>
                <a:buNone/>
              </a:pPr>
              <a:r>
                <a:rPr lang="en-US" sz="32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CANVA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22327742dfb_3_19"/>
          <p:cNvPicPr preferRelativeResize="0"/>
          <p:nvPr/>
        </p:nvPicPr>
        <p:blipFill rotWithShape="1">
          <a:blip r:embed="rId1"/>
          <a:srcRect l="36354" t="36280" r="49166" b="7120"/>
          <a:stretch>
            <a:fillRect/>
          </a:stretch>
        </p:blipFill>
        <p:spPr>
          <a:xfrm>
            <a:off x="1081000" y="3599775"/>
            <a:ext cx="2647951" cy="582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2327742dfb_3_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67049" y="3123383"/>
            <a:ext cx="1736849" cy="52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2327742dfb_3_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94437" y="6305221"/>
            <a:ext cx="1503139" cy="270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2327742dfb_3_1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91524" y="3599785"/>
            <a:ext cx="1640861" cy="58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2327742dfb_3_19"/>
          <p:cNvSpPr txBox="1"/>
          <p:nvPr/>
        </p:nvSpPr>
        <p:spPr>
          <a:xfrm>
            <a:off x="3130594" y="1090359"/>
            <a:ext cx="120267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ADD AN AGENDA PAGE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5" name="Google Shape;125;g22327742dfb_3_19"/>
          <p:cNvGrpSpPr/>
          <p:nvPr/>
        </p:nvGrpSpPr>
        <p:grpSpPr>
          <a:xfrm>
            <a:off x="9312633" y="3192957"/>
            <a:ext cx="7700743" cy="6124088"/>
            <a:chOff x="9312633" y="3192957"/>
            <a:chExt cx="7700743" cy="6124088"/>
          </a:xfrm>
        </p:grpSpPr>
        <p:grpSp>
          <p:nvGrpSpPr>
            <p:cNvPr id="126" name="Google Shape;126;g22327742dfb_3_19"/>
            <p:cNvGrpSpPr/>
            <p:nvPr/>
          </p:nvGrpSpPr>
          <p:grpSpPr>
            <a:xfrm>
              <a:off x="9312633" y="3192957"/>
              <a:ext cx="7700743" cy="6124088"/>
              <a:chOff x="0" y="-57150"/>
              <a:chExt cx="2028166" cy="1612918"/>
            </a:xfrm>
          </p:grpSpPr>
          <p:sp>
            <p:nvSpPr>
              <p:cNvPr id="127" name="Google Shape;127;g22327742dfb_3_19"/>
              <p:cNvSpPr/>
              <p:nvPr/>
            </p:nvSpPr>
            <p:spPr>
              <a:xfrm>
                <a:off x="0" y="0"/>
                <a:ext cx="2028166" cy="1555768"/>
              </a:xfrm>
              <a:custGeom>
                <a:avLst/>
                <a:gdLst/>
                <a:ahLst/>
                <a:cxnLst/>
                <a:rect l="l" t="t" r="r" b="b"/>
                <a:pathLst>
                  <a:path w="2028166" h="1555768" extrusionOk="0">
                    <a:moveTo>
                      <a:pt x="26139" y="0"/>
                    </a:moveTo>
                    <a:lnTo>
                      <a:pt x="2002027" y="0"/>
                    </a:lnTo>
                    <a:cubicBezTo>
                      <a:pt x="2008960" y="0"/>
                      <a:pt x="2015608" y="2754"/>
                      <a:pt x="2020510" y="7656"/>
                    </a:cubicBezTo>
                    <a:cubicBezTo>
                      <a:pt x="2025412" y="12558"/>
                      <a:pt x="2028166" y="19207"/>
                      <a:pt x="2028166" y="26139"/>
                    </a:cubicBezTo>
                    <a:lnTo>
                      <a:pt x="2028166" y="1529628"/>
                    </a:lnTo>
                    <a:cubicBezTo>
                      <a:pt x="2028166" y="1536561"/>
                      <a:pt x="2025412" y="1543209"/>
                      <a:pt x="2020510" y="1548112"/>
                    </a:cubicBezTo>
                    <a:cubicBezTo>
                      <a:pt x="2015608" y="1553014"/>
                      <a:pt x="2008960" y="1555768"/>
                      <a:pt x="2002027" y="1555768"/>
                    </a:cubicBezTo>
                    <a:lnTo>
                      <a:pt x="26139" y="1555768"/>
                    </a:lnTo>
                    <a:cubicBezTo>
                      <a:pt x="19207" y="1555768"/>
                      <a:pt x="12558" y="1553014"/>
                      <a:pt x="7656" y="1548112"/>
                    </a:cubicBezTo>
                    <a:cubicBezTo>
                      <a:pt x="2754" y="1543209"/>
                      <a:pt x="0" y="1536561"/>
                      <a:pt x="0" y="1529628"/>
                    </a:cubicBezTo>
                    <a:lnTo>
                      <a:pt x="0" y="26139"/>
                    </a:lnTo>
                    <a:cubicBezTo>
                      <a:pt x="0" y="19207"/>
                      <a:pt x="2754" y="12558"/>
                      <a:pt x="7656" y="7656"/>
                    </a:cubicBezTo>
                    <a:cubicBezTo>
                      <a:pt x="12558" y="2754"/>
                      <a:pt x="19207" y="0"/>
                      <a:pt x="26139" y="0"/>
                    </a:cubicBezTo>
                    <a:close/>
                  </a:path>
                </a:pathLst>
              </a:custGeom>
              <a:solidFill>
                <a:srgbClr val="6980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9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8" name="Google Shape;128;g22327742dfb_3_19"/>
              <p:cNvSpPr txBox="1"/>
              <p:nvPr/>
            </p:nvSpPr>
            <p:spPr>
              <a:xfrm>
                <a:off x="0" y="-57150"/>
                <a:ext cx="812700" cy="8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29" name="Google Shape;129;g22327742dfb_3_19"/>
            <p:cNvSpPr txBox="1"/>
            <p:nvPr/>
          </p:nvSpPr>
          <p:spPr>
            <a:xfrm>
              <a:off x="11190716" y="3964984"/>
              <a:ext cx="5311800" cy="48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an agenda here.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30" name="Google Shape;130;g22327742dfb_3_19"/>
            <p:cNvSpPr txBox="1"/>
            <p:nvPr/>
          </p:nvSpPr>
          <p:spPr>
            <a:xfrm>
              <a:off x="10182281" y="3964984"/>
              <a:ext cx="616800" cy="48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75"/>
                <a:buFont typeface="Arial" panose="020B0604020202090204"/>
                <a:buNone/>
              </a:pPr>
              <a:r>
                <a:rPr lang="en-US" sz="3475" b="1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1"/>
          <a:srcRect t="47615" b="10149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2303734" y="672952"/>
            <a:ext cx="4955700" cy="23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HELLO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 panose="020B0604020202090204"/>
              <a:buNone/>
            </a:pPr>
            <a:r>
              <a:rPr lang="en-US" sz="7300" b="1" i="0" u="none" strike="noStrike" cap="none">
                <a:solidFill>
                  <a:srgbClr val="9EEFB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THERE!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6441164"/>
            <a:ext cx="8692019" cy="518903"/>
          </a:xfrm>
          <a:custGeom>
            <a:avLst/>
            <a:gdLst/>
            <a:ahLst/>
            <a:cxnLst/>
            <a:rect l="l" t="t" r="r" b="b"/>
            <a:pathLst>
              <a:path w="2289256" h="136666" extrusionOk="0">
                <a:moveTo>
                  <a:pt x="0" y="0"/>
                </a:moveTo>
                <a:lnTo>
                  <a:pt x="2289256" y="0"/>
                </a:lnTo>
                <a:lnTo>
                  <a:pt x="2289256" y="136666"/>
                </a:lnTo>
                <a:lnTo>
                  <a:pt x="0" y="136666"/>
                </a:lnTo>
                <a:close/>
              </a:path>
            </a:pathLst>
          </a:custGeom>
          <a:solidFill>
            <a:srgbClr val="9EEFBC"/>
          </a:solidFill>
          <a:ln>
            <a:noFill/>
          </a:ln>
        </p:spPr>
      </p:sp>
      <p:grpSp>
        <p:nvGrpSpPr>
          <p:cNvPr id="138" name="Google Shape;138;p4"/>
          <p:cNvGrpSpPr/>
          <p:nvPr/>
        </p:nvGrpSpPr>
        <p:grpSpPr>
          <a:xfrm>
            <a:off x="0" y="6913274"/>
            <a:ext cx="7859961" cy="3303087"/>
            <a:chOff x="0" y="-57150"/>
            <a:chExt cx="2070113" cy="86995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2070113" cy="136666"/>
            </a:xfrm>
            <a:custGeom>
              <a:avLst/>
              <a:gdLst/>
              <a:ahLst/>
              <a:cxnLst/>
              <a:rect l="l" t="t" r="r" b="b"/>
              <a:pathLst>
                <a:path w="2070113" h="136666" extrusionOk="0">
                  <a:moveTo>
                    <a:pt x="0" y="0"/>
                  </a:moveTo>
                  <a:lnTo>
                    <a:pt x="2070113" y="0"/>
                  </a:lnTo>
                  <a:lnTo>
                    <a:pt x="2070113" y="136666"/>
                  </a:lnTo>
                  <a:lnTo>
                    <a:pt x="0" y="136666"/>
                  </a:lnTo>
                  <a:close/>
                </a:path>
              </a:pathLst>
            </a:custGeom>
            <a:solidFill>
              <a:srgbClr val="9EEFBC"/>
            </a:solidFill>
            <a:ln>
              <a:noFill/>
            </a:ln>
          </p:spPr>
        </p:sp>
        <p:sp>
          <p:nvSpPr>
            <p:cNvPr id="140" name="Google Shape;140;p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783076" y="6529674"/>
            <a:ext cx="73470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90204"/>
              <a:buNone/>
            </a:pPr>
            <a:r>
              <a:rPr lang="en-US" sz="2300" b="1" i="0" u="none" strike="noStrike" cap="none">
                <a:solidFill>
                  <a:srgbClr val="14288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I'm Rain. Welcome to my education presentation.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1" indent="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90204"/>
              <a:buNone/>
            </a:pPr>
            <a:r>
              <a:rPr lang="en-US" sz="2300" b="1" i="0" u="none" strike="noStrike" cap="none">
                <a:solidFill>
                  <a:srgbClr val="14288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Follow me at @reallygreatsite to learn more.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2"/>
          <a:srcRect l="3909" r="38092" b="44826"/>
          <a:stretch>
            <a:fillRect/>
          </a:stretch>
        </p:blipFill>
        <p:spPr>
          <a:xfrm>
            <a:off x="-3809275" y="-698525"/>
            <a:ext cx="11720474" cy="62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2"/>
          <a:srcRect l="3909" r="38092" b="44826"/>
          <a:stretch>
            <a:fillRect/>
          </a:stretch>
        </p:blipFill>
        <p:spPr>
          <a:xfrm rot="10800000">
            <a:off x="10528002" y="6107001"/>
            <a:ext cx="10685773" cy="571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4B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1"/>
          <a:srcRect l="37602" t="9258" r="22145" b="7408"/>
          <a:stretch>
            <a:fillRect/>
          </a:stretch>
        </p:blipFill>
        <p:spPr>
          <a:xfrm>
            <a:off x="11304075" y="876300"/>
            <a:ext cx="7424973" cy="864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-7010734">
            <a:off x="8160023" y="3116405"/>
            <a:ext cx="2614950" cy="349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703682">
            <a:off x="5803429" y="307420"/>
            <a:ext cx="1356377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-2699999">
            <a:off x="152694" y="536295"/>
            <a:ext cx="3102674" cy="41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5"/>
          <p:cNvGrpSpPr/>
          <p:nvPr/>
        </p:nvGrpSpPr>
        <p:grpSpPr>
          <a:xfrm>
            <a:off x="1219200" y="6345378"/>
            <a:ext cx="9486450" cy="3057129"/>
            <a:chOff x="0" y="-123825"/>
            <a:chExt cx="12648600" cy="4076172"/>
          </a:xfrm>
        </p:grpSpPr>
        <p:sp>
          <p:nvSpPr>
            <p:cNvPr id="153" name="Google Shape;153;p5"/>
            <p:cNvSpPr txBox="1"/>
            <p:nvPr/>
          </p:nvSpPr>
          <p:spPr>
            <a:xfrm>
              <a:off x="0" y="-123825"/>
              <a:ext cx="12648600" cy="3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00"/>
                <a:buFont typeface="Arial" panose="020B0604020202090204"/>
                <a:buNone/>
              </a:pPr>
              <a:r>
                <a:rPr lang="en-US" sz="73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WRITE YOUR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00"/>
                <a:buFont typeface="Arial" panose="020B0604020202090204"/>
                <a:buNone/>
              </a:pPr>
              <a:r>
                <a:rPr lang="en-US" sz="7300" b="1" i="0" u="none" strike="noStrike" cap="none">
                  <a:solidFill>
                    <a:srgbClr val="9EEFBC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TOPIC OR IDEA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0" y="3394479"/>
              <a:ext cx="10820400" cy="557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90204"/>
                <a:buNone/>
              </a:pPr>
              <a:r>
                <a:rPr lang="en-US" sz="2300" b="0" i="0" u="none" strike="noStrike" cap="none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Elaborate on what you want to discuss.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WPS 表格</Application>
  <PresentationFormat>自定义</PresentationFormat>
  <Paragraphs>61</Paragraphs>
  <Slides>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Inter</vt:lpstr>
      <vt:lpstr>微软雅黑</vt:lpstr>
      <vt:lpstr>汉仪旗黑</vt:lpstr>
      <vt:lpstr>宋体</vt:lpstr>
      <vt:lpstr>Arial Unicode MS</vt:lpstr>
      <vt:lpstr>汉仪书宋二KW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2</cp:revision>
  <dcterms:created xsi:type="dcterms:W3CDTF">2025-09-04T08:45:26Z</dcterms:created>
  <dcterms:modified xsi:type="dcterms:W3CDTF">2025-09-04T08:45:26Z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BA34570C2BB30AE7A651B9682C3E83E1_42</vt:lpwstr>
  </property>
  <property fmtid="{D5CDD505-2E9C-101B-9397-08002B2CF9AE}" pid="3" name="KSOProductBuildVer">
    <vt:lpwstr>2052-12.1.21861.21861</vt:lpwstr>
  </property>
</Properties>
</file>