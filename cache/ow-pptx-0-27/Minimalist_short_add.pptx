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</p:sldIdLst>
  <p:sldSz cx="9144000" cy="5143500" type="screen16x9"/>
  <p:notesSz cx="6858000" cy="9144000"/>
  <p:embeddedFontLst>
    <p:embeddedFont>
      <p:font typeface="Calibri" panose="020F0502020204030204"/>
      <p:regular r:id="rId13"/>
    </p:embeddedFont>
    <p:embeddedFont>
      <p:font typeface="Nunito Sans ExtraLight"/>
      <p:regular r:id="rId14"/>
    </p:embeddedFont>
    <p:embeddedFont>
      <p:font typeface="Nunito Sans Black"/>
      <p:regular r:id="rId15"/>
    </p:embeddedFont>
    <p:embeddedFont>
      <p:font typeface="Nunito Light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40"/>
  </p:normalViewPr>
  <p:slideViewPr>
    <p:cSldViewPr snapToGrid="0" showGuides="1">
      <p:cViewPr varScale="1">
        <p:scale>
          <a:sx n="149" d="100"/>
          <a:sy n="149" d="100"/>
        </p:scale>
        <p:origin x="56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f665521969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g1f665521969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f665521969_2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4" name="Google Shape;144;g1f665521969_2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f665521969_2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g1f665521969_2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f665521969_2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3" name="Google Shape;213;g1f665521969_2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f665521969_2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4" name="Google Shape;224;g1f665521969_2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/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/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 panose="020F0502020204030204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 panose="020F0502020204030204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 panose="020F0502020204030204"/>
              <a:buNone/>
              <a:defRPr sz="2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–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90204"/>
              <a:buChar char="•"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–"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»"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1">
            <a:alphaModFix amt="57000"/>
          </a:blip>
          <a:srcRect t="14114" b="14113"/>
          <a:stretch>
            <a:fillRect/>
          </a:stretch>
        </p:blipFill>
        <p:spPr>
          <a:xfrm>
            <a:off x="0" y="0"/>
            <a:ext cx="9144002" cy="51435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25"/>
          <p:cNvGrpSpPr/>
          <p:nvPr/>
        </p:nvGrpSpPr>
        <p:grpSpPr>
          <a:xfrm>
            <a:off x="866838" y="3132023"/>
            <a:ext cx="2303621" cy="1615385"/>
            <a:chOff x="0" y="-38100"/>
            <a:chExt cx="1213430" cy="850900"/>
          </a:xfrm>
        </p:grpSpPr>
        <p:sp>
          <p:nvSpPr>
            <p:cNvPr id="131" name="Google Shape;131;p25"/>
            <p:cNvSpPr/>
            <p:nvPr/>
          </p:nvSpPr>
          <p:spPr>
            <a:xfrm>
              <a:off x="0" y="0"/>
              <a:ext cx="1213430" cy="150890"/>
            </a:xfrm>
            <a:custGeom>
              <a:avLst/>
              <a:gdLst/>
              <a:ahLst/>
              <a:cxnLst/>
              <a:rect l="l" t="t" r="r" b="b"/>
              <a:pathLst>
                <a:path w="1213430" h="150890" extrusionOk="0">
                  <a:moveTo>
                    <a:pt x="0" y="0"/>
                  </a:moveTo>
                  <a:lnTo>
                    <a:pt x="1213430" y="0"/>
                  </a:lnTo>
                  <a:lnTo>
                    <a:pt x="1213430" y="150890"/>
                  </a:lnTo>
                  <a:lnTo>
                    <a:pt x="0" y="150890"/>
                  </a:lnTo>
                  <a:close/>
                </a:path>
              </a:pathLst>
            </a:custGeom>
            <a:solidFill>
              <a:srgbClr val="CEABDD"/>
            </a:solidFill>
            <a:ln>
              <a:noFill/>
            </a:ln>
          </p:spPr>
        </p:sp>
        <p:sp>
          <p:nvSpPr>
            <p:cNvPr id="132" name="Google Shape;132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3" name="Google Shape;133;p25"/>
          <p:cNvGrpSpPr/>
          <p:nvPr/>
        </p:nvGrpSpPr>
        <p:grpSpPr>
          <a:xfrm>
            <a:off x="3637184" y="3132023"/>
            <a:ext cx="1543051" cy="1615385"/>
            <a:chOff x="0" y="-38100"/>
            <a:chExt cx="812800" cy="850900"/>
          </a:xfrm>
        </p:grpSpPr>
        <p:sp>
          <p:nvSpPr>
            <p:cNvPr id="134" name="Google Shape;134;p25"/>
            <p:cNvSpPr/>
            <p:nvPr/>
          </p:nvSpPr>
          <p:spPr>
            <a:xfrm>
              <a:off x="0" y="0"/>
              <a:ext cx="262053" cy="150890"/>
            </a:xfrm>
            <a:custGeom>
              <a:avLst/>
              <a:gdLst/>
              <a:ahLst/>
              <a:cxnLst/>
              <a:rect l="l" t="t" r="r" b="b"/>
              <a:pathLst>
                <a:path w="262053" h="150890" extrusionOk="0">
                  <a:moveTo>
                    <a:pt x="0" y="0"/>
                  </a:moveTo>
                  <a:lnTo>
                    <a:pt x="262053" y="0"/>
                  </a:lnTo>
                  <a:lnTo>
                    <a:pt x="262053" y="150890"/>
                  </a:lnTo>
                  <a:lnTo>
                    <a:pt x="0" y="150890"/>
                  </a:lnTo>
                  <a:close/>
                </a:path>
              </a:pathLst>
            </a:custGeom>
            <a:solidFill>
              <a:srgbClr val="CEABDD"/>
            </a:solidFill>
            <a:ln>
              <a:noFill/>
            </a:ln>
          </p:spPr>
        </p:sp>
        <p:sp>
          <p:nvSpPr>
            <p:cNvPr id="135" name="Google Shape;135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6" name="Google Shape;136;p25"/>
          <p:cNvGrpSpPr/>
          <p:nvPr/>
        </p:nvGrpSpPr>
        <p:grpSpPr>
          <a:xfrm>
            <a:off x="6" y="3132025"/>
            <a:ext cx="346070" cy="1615349"/>
            <a:chOff x="0" y="-38100"/>
            <a:chExt cx="1213430" cy="850900"/>
          </a:xfrm>
        </p:grpSpPr>
        <p:sp>
          <p:nvSpPr>
            <p:cNvPr id="137" name="Google Shape;137;p25"/>
            <p:cNvSpPr/>
            <p:nvPr/>
          </p:nvSpPr>
          <p:spPr>
            <a:xfrm>
              <a:off x="0" y="0"/>
              <a:ext cx="1213430" cy="150890"/>
            </a:xfrm>
            <a:custGeom>
              <a:avLst/>
              <a:gdLst/>
              <a:ahLst/>
              <a:cxnLst/>
              <a:rect l="l" t="t" r="r" b="b"/>
              <a:pathLst>
                <a:path w="1213430" h="150890" extrusionOk="0">
                  <a:moveTo>
                    <a:pt x="0" y="0"/>
                  </a:moveTo>
                  <a:lnTo>
                    <a:pt x="1213430" y="0"/>
                  </a:lnTo>
                  <a:lnTo>
                    <a:pt x="1213430" y="150890"/>
                  </a:lnTo>
                  <a:lnTo>
                    <a:pt x="0" y="150890"/>
                  </a:lnTo>
                  <a:close/>
                </a:path>
              </a:pathLst>
            </a:custGeom>
            <a:solidFill>
              <a:srgbClr val="CEABDD"/>
            </a:solidFill>
            <a:ln>
              <a:noFill/>
            </a:ln>
          </p:spPr>
        </p:sp>
        <p:sp>
          <p:nvSpPr>
            <p:cNvPr id="138" name="Google Shape;138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39" name="Google Shape;139;p25"/>
          <p:cNvPicPr preferRelativeResize="0"/>
          <p:nvPr/>
        </p:nvPicPr>
        <p:blipFill rotWithShape="1">
          <a:blip r:embed="rId2"/>
          <a:srcRect l="15641" t="15361" r="1762" b="28078"/>
          <a:stretch>
            <a:fillRect/>
          </a:stretch>
        </p:blipFill>
        <p:spPr>
          <a:xfrm rot="-5400000">
            <a:off x="3896138" y="-104362"/>
            <a:ext cx="5486400" cy="50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 txBox="1"/>
          <p:nvPr/>
        </p:nvSpPr>
        <p:spPr>
          <a:xfrm>
            <a:off x="498500" y="1579050"/>
            <a:ext cx="31926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i="0" u="none" strike="noStrike" cap="none">
                <a:solidFill>
                  <a:srgbClr val="171616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rPr>
              <a:t>Minimalist</a:t>
            </a:r>
            <a:endParaRPr sz="700">
              <a:latin typeface="Nunito Sans ExtraLight"/>
              <a:ea typeface="Nunito Sans ExtraLight"/>
              <a:cs typeface="Nunito Sans ExtraLight"/>
              <a:sym typeface="Nunito Sans ExtraLigh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0" i="0" u="none" strike="noStrike" cap="none">
                <a:solidFill>
                  <a:srgbClr val="171616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rPr>
              <a:t>Aesthetic Resume</a:t>
            </a:r>
            <a:endParaRPr sz="700"/>
          </a:p>
        </p:txBody>
      </p:sp>
      <p:sp>
        <p:nvSpPr>
          <p:cNvPr id="141" name="Google Shape;141;p25"/>
          <p:cNvSpPr txBox="1"/>
          <p:nvPr/>
        </p:nvSpPr>
        <p:spPr>
          <a:xfrm>
            <a:off x="1009892" y="3266249"/>
            <a:ext cx="2017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P  R  E  S  E  N  T  A  T  I  O  N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6"/>
          <p:cNvPicPr preferRelativeResize="0"/>
          <p:nvPr/>
        </p:nvPicPr>
        <p:blipFill rotWithShape="1">
          <a:blip r:embed="rId1">
            <a:alphaModFix amt="57000"/>
          </a:blip>
          <a:srcRect t="14114" b="141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2514" y="514350"/>
            <a:ext cx="2741486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227135" y="514350"/>
            <a:ext cx="2741486" cy="411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26"/>
          <p:cNvGrpSpPr/>
          <p:nvPr/>
        </p:nvGrpSpPr>
        <p:grpSpPr>
          <a:xfrm>
            <a:off x="2582938" y="1142005"/>
            <a:ext cx="2050069" cy="1597266"/>
            <a:chOff x="0" y="-28575"/>
            <a:chExt cx="1079893" cy="841375"/>
          </a:xfrm>
        </p:grpSpPr>
        <p:sp>
          <p:nvSpPr>
            <p:cNvPr id="150" name="Google Shape;150;p26"/>
            <p:cNvSpPr/>
            <p:nvPr/>
          </p:nvSpPr>
          <p:spPr>
            <a:xfrm>
              <a:off x="0" y="0"/>
              <a:ext cx="1079893" cy="114127"/>
            </a:xfrm>
            <a:custGeom>
              <a:avLst/>
              <a:gdLst/>
              <a:ahLst/>
              <a:cxnLst/>
              <a:rect l="l" t="t" r="r" b="b"/>
              <a:pathLst>
                <a:path w="1079893" h="114127" extrusionOk="0">
                  <a:moveTo>
                    <a:pt x="0" y="0"/>
                  </a:moveTo>
                  <a:lnTo>
                    <a:pt x="1079893" y="0"/>
                  </a:lnTo>
                  <a:lnTo>
                    <a:pt x="1079893" y="114127"/>
                  </a:lnTo>
                  <a:lnTo>
                    <a:pt x="0" y="1141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1" name="Google Shape;151;p26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 i="0" u="none" strike="noStrike" cap="none">
                  <a:solidFill>
                    <a:srgbClr val="000000"/>
                  </a:solidFill>
                  <a:latin typeface="Nunito Sans Black"/>
                  <a:ea typeface="Nunito Sans Black"/>
                  <a:cs typeface="Nunito Sans Black"/>
                  <a:sym typeface="Nunito Sans Black"/>
                </a:rPr>
                <a:t>P</a:t>
              </a:r>
              <a:r>
                <a:rPr lang="en-GB" sz="900">
                  <a:latin typeface="Nunito Sans Black"/>
                  <a:ea typeface="Nunito Sans Black"/>
                  <a:cs typeface="Nunito Sans Black"/>
                  <a:sym typeface="Nunito Sans Black"/>
                </a:rPr>
                <a:t>  </a:t>
              </a:r>
              <a:r>
                <a:rPr lang="en-GB" sz="900" b="0" i="0" u="none" strike="noStrike" cap="none">
                  <a:solidFill>
                    <a:srgbClr val="000000"/>
                  </a:solidFill>
                  <a:latin typeface="Nunito Sans Black"/>
                  <a:ea typeface="Nunito Sans Black"/>
                  <a:cs typeface="Nunito Sans Black"/>
                  <a:sym typeface="Nunito Sans Black"/>
                </a:rPr>
                <a:t>O  W  E  R    P  O  I  N  T</a:t>
              </a:r>
              <a:endParaRPr sz="700"/>
            </a:p>
          </p:txBody>
        </p:sp>
      </p:grpSp>
      <p:grpSp>
        <p:nvGrpSpPr>
          <p:cNvPr id="152" name="Google Shape;152;p26"/>
          <p:cNvGrpSpPr/>
          <p:nvPr/>
        </p:nvGrpSpPr>
        <p:grpSpPr>
          <a:xfrm>
            <a:off x="2582938" y="2257017"/>
            <a:ext cx="2293818" cy="1695661"/>
            <a:chOff x="0" y="0"/>
            <a:chExt cx="1208290" cy="893205"/>
          </a:xfrm>
        </p:grpSpPr>
        <p:sp>
          <p:nvSpPr>
            <p:cNvPr id="153" name="Google Shape;153;p26"/>
            <p:cNvSpPr/>
            <p:nvPr/>
          </p:nvSpPr>
          <p:spPr>
            <a:xfrm>
              <a:off x="0" y="0"/>
              <a:ext cx="1208290" cy="114127"/>
            </a:xfrm>
            <a:custGeom>
              <a:avLst/>
              <a:gdLst/>
              <a:ahLst/>
              <a:cxnLst/>
              <a:rect l="l" t="t" r="r" b="b"/>
              <a:pathLst>
                <a:path w="1208290" h="114127" extrusionOk="0">
                  <a:moveTo>
                    <a:pt x="0" y="0"/>
                  </a:moveTo>
                  <a:lnTo>
                    <a:pt x="1208290" y="0"/>
                  </a:lnTo>
                  <a:lnTo>
                    <a:pt x="1208290" y="114127"/>
                  </a:lnTo>
                  <a:lnTo>
                    <a:pt x="0" y="1141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4" name="Google Shape;154;p26"/>
            <p:cNvSpPr txBox="1"/>
            <p:nvPr/>
          </p:nvSpPr>
          <p:spPr>
            <a:xfrm>
              <a:off x="8" y="51705"/>
              <a:ext cx="9993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 i="0" u="none" strike="noStrike" cap="none">
                  <a:solidFill>
                    <a:srgbClr val="000000"/>
                  </a:solidFill>
                  <a:latin typeface="Nunito Sans Black"/>
                  <a:ea typeface="Nunito Sans Black"/>
                  <a:cs typeface="Nunito Sans Black"/>
                  <a:sym typeface="Nunito Sans Black"/>
                </a:rPr>
                <a:t>G  O  O  G  L  E    S  L  I  D  E  S</a:t>
              </a:r>
              <a:endParaRPr sz="700"/>
            </a:p>
          </p:txBody>
        </p:sp>
      </p:grpSp>
      <p:grpSp>
        <p:nvGrpSpPr>
          <p:cNvPr id="155" name="Google Shape;155;p26"/>
          <p:cNvGrpSpPr/>
          <p:nvPr/>
        </p:nvGrpSpPr>
        <p:grpSpPr>
          <a:xfrm>
            <a:off x="2582938" y="3350705"/>
            <a:ext cx="1756825" cy="1597504"/>
            <a:chOff x="0" y="-393910"/>
            <a:chExt cx="925424" cy="841500"/>
          </a:xfrm>
        </p:grpSpPr>
        <p:sp>
          <p:nvSpPr>
            <p:cNvPr id="156" name="Google Shape;156;p26"/>
            <p:cNvSpPr/>
            <p:nvPr/>
          </p:nvSpPr>
          <p:spPr>
            <a:xfrm>
              <a:off x="0" y="0"/>
              <a:ext cx="925424" cy="114127"/>
            </a:xfrm>
            <a:custGeom>
              <a:avLst/>
              <a:gdLst/>
              <a:ahLst/>
              <a:cxnLst/>
              <a:rect l="l" t="t" r="r" b="b"/>
              <a:pathLst>
                <a:path w="925424" h="114127" extrusionOk="0">
                  <a:moveTo>
                    <a:pt x="0" y="0"/>
                  </a:moveTo>
                  <a:lnTo>
                    <a:pt x="925424" y="0"/>
                  </a:lnTo>
                  <a:lnTo>
                    <a:pt x="925424" y="114127"/>
                  </a:lnTo>
                  <a:lnTo>
                    <a:pt x="0" y="1141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7" name="Google Shape;157;p26"/>
            <p:cNvSpPr txBox="1"/>
            <p:nvPr/>
          </p:nvSpPr>
          <p:spPr>
            <a:xfrm>
              <a:off x="0" y="-393910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 i="0" u="none" strike="noStrike" cap="none">
                  <a:solidFill>
                    <a:srgbClr val="000000"/>
                  </a:solidFill>
                  <a:latin typeface="Nunito Sans Black"/>
                  <a:ea typeface="Nunito Sans Black"/>
                  <a:cs typeface="Nunito Sans Black"/>
                  <a:sym typeface="Nunito Sans Black"/>
                </a:rPr>
                <a:t>C  A  N  V  A</a:t>
              </a:r>
              <a:endParaRPr sz="700"/>
            </a:p>
          </p:txBody>
        </p:sp>
      </p:grpSp>
      <p:sp>
        <p:nvSpPr>
          <p:cNvPr id="158" name="Google Shape;158;p26"/>
          <p:cNvSpPr txBox="1"/>
          <p:nvPr/>
        </p:nvSpPr>
        <p:spPr>
          <a:xfrm>
            <a:off x="1429238" y="519113"/>
            <a:ext cx="3991662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0" i="0" u="none" strike="noStrike" cap="none">
                <a:solidFill>
                  <a:srgbClr val="171616"/>
                </a:solidFill>
                <a:latin typeface="Nunito Light"/>
                <a:ea typeface="Nunito Light"/>
                <a:cs typeface="Nunito Light"/>
                <a:sym typeface="Nunito Light"/>
              </a:rPr>
              <a:t>How to Use This Presentation</a:t>
            </a:r>
            <a:endParaRPr sz="700"/>
          </a:p>
        </p:txBody>
      </p:sp>
      <p:sp>
        <p:nvSpPr>
          <p:cNvPr id="159" name="Google Shape;159;p26"/>
          <p:cNvSpPr txBox="1"/>
          <p:nvPr/>
        </p:nvSpPr>
        <p:spPr>
          <a:xfrm>
            <a:off x="1082426" y="3266654"/>
            <a:ext cx="4685286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171616"/>
                </a:solidFill>
                <a:latin typeface="Nunito Light"/>
                <a:ea typeface="Nunito Light"/>
                <a:cs typeface="Nunito Light"/>
                <a:sym typeface="Nunito Light"/>
              </a:rPr>
              <a:t>Click on the "Google Slides" button below this presentation preview.  Click on "Make a copy." Start editing your presentation. You need to sign in to your Google account.</a:t>
            </a:r>
            <a:endParaRPr sz="700"/>
          </a:p>
        </p:txBody>
      </p:sp>
      <p:sp>
        <p:nvSpPr>
          <p:cNvPr id="160" name="Google Shape;160;p26"/>
          <p:cNvSpPr txBox="1"/>
          <p:nvPr/>
        </p:nvSpPr>
        <p:spPr>
          <a:xfrm>
            <a:off x="1082426" y="4287838"/>
            <a:ext cx="4685286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171616"/>
                </a:solidFill>
                <a:latin typeface="Nunito Light"/>
                <a:ea typeface="Nunito Light"/>
                <a:cs typeface="Nunito Light"/>
                <a:sym typeface="Nunito Light"/>
              </a:rPr>
              <a:t>Click on the "Canva" button under this presentation preview.  Start editing your presentation. You need to sign in to your Canva account.</a:t>
            </a:r>
            <a:endParaRPr sz="700"/>
          </a:p>
        </p:txBody>
      </p:sp>
      <p:sp>
        <p:nvSpPr>
          <p:cNvPr id="161" name="Google Shape;161;p26"/>
          <p:cNvSpPr txBox="1"/>
          <p:nvPr/>
        </p:nvSpPr>
        <p:spPr>
          <a:xfrm>
            <a:off x="1082426" y="2069258"/>
            <a:ext cx="4685286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171616"/>
                </a:solidFill>
                <a:latin typeface="Nunito Light"/>
                <a:ea typeface="Nunito Light"/>
                <a:cs typeface="Nunito Light"/>
                <a:sym typeface="Nunito Light"/>
              </a:rPr>
              <a:t>Click on the "PowerPoint" button below this presentation preview. Start editing your presentation. Download and install the fonts used in this presentation as listed on the next page.</a:t>
            </a:r>
            <a:endParaRPr sz="700"/>
          </a:p>
        </p:txBody>
      </p:sp>
      <p:grpSp>
        <p:nvGrpSpPr>
          <p:cNvPr id="162" name="Google Shape;162;p26"/>
          <p:cNvGrpSpPr/>
          <p:nvPr/>
        </p:nvGrpSpPr>
        <p:grpSpPr>
          <a:xfrm>
            <a:off x="6402515" y="442019"/>
            <a:ext cx="2765331" cy="1615385"/>
            <a:chOff x="0" y="-38100"/>
            <a:chExt cx="1456635" cy="850900"/>
          </a:xfrm>
        </p:grpSpPr>
        <p:sp>
          <p:nvSpPr>
            <p:cNvPr id="163" name="Google Shape;163;p26"/>
            <p:cNvSpPr/>
            <p:nvPr/>
          </p:nvSpPr>
          <p:spPr>
            <a:xfrm>
              <a:off x="0" y="0"/>
              <a:ext cx="1456635" cy="150890"/>
            </a:xfrm>
            <a:custGeom>
              <a:avLst/>
              <a:gdLst/>
              <a:ahLst/>
              <a:cxnLst/>
              <a:rect l="l" t="t" r="r" b="b"/>
              <a:pathLst>
                <a:path w="1456635" h="150890" extrusionOk="0">
                  <a:moveTo>
                    <a:pt x="0" y="0"/>
                  </a:moveTo>
                  <a:lnTo>
                    <a:pt x="1456635" y="0"/>
                  </a:lnTo>
                  <a:lnTo>
                    <a:pt x="1456635" y="150890"/>
                  </a:lnTo>
                  <a:lnTo>
                    <a:pt x="0" y="150890"/>
                  </a:lnTo>
                  <a:close/>
                </a:path>
              </a:pathLst>
            </a:custGeom>
            <a:solidFill>
              <a:srgbClr val="CEABDD"/>
            </a:solidFill>
            <a:ln>
              <a:noFill/>
            </a:ln>
          </p:spPr>
        </p:sp>
        <p:sp>
          <p:nvSpPr>
            <p:cNvPr id="164" name="Google Shape;164;p2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65" name="Google Shape;165;p26"/>
          <p:cNvGrpSpPr/>
          <p:nvPr/>
        </p:nvGrpSpPr>
        <p:grpSpPr>
          <a:xfrm>
            <a:off x="-2250980" y="4270363"/>
            <a:ext cx="2765331" cy="1615385"/>
            <a:chOff x="0" y="-38100"/>
            <a:chExt cx="1456635" cy="850900"/>
          </a:xfrm>
        </p:grpSpPr>
        <p:sp>
          <p:nvSpPr>
            <p:cNvPr id="166" name="Google Shape;166;p26"/>
            <p:cNvSpPr/>
            <p:nvPr/>
          </p:nvSpPr>
          <p:spPr>
            <a:xfrm>
              <a:off x="0" y="0"/>
              <a:ext cx="1456635" cy="150890"/>
            </a:xfrm>
            <a:custGeom>
              <a:avLst/>
              <a:gdLst/>
              <a:ahLst/>
              <a:cxnLst/>
              <a:rect l="l" t="t" r="r" b="b"/>
              <a:pathLst>
                <a:path w="1456635" h="150890" extrusionOk="0">
                  <a:moveTo>
                    <a:pt x="0" y="0"/>
                  </a:moveTo>
                  <a:lnTo>
                    <a:pt x="1456635" y="0"/>
                  </a:lnTo>
                  <a:lnTo>
                    <a:pt x="1456635" y="150890"/>
                  </a:lnTo>
                  <a:lnTo>
                    <a:pt x="0" y="150890"/>
                  </a:lnTo>
                  <a:close/>
                </a:path>
              </a:pathLst>
            </a:custGeom>
            <a:solidFill>
              <a:srgbClr val="CEABDD"/>
            </a:solidFill>
            <a:ln>
              <a:noFill/>
            </a:ln>
          </p:spPr>
        </p:sp>
        <p:sp>
          <p:nvSpPr>
            <p:cNvPr id="167" name="Google Shape;167;p2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7"/>
          <p:cNvPicPr preferRelativeResize="0"/>
          <p:nvPr/>
        </p:nvPicPr>
        <p:blipFill rotWithShape="1">
          <a:blip r:embed="rId1">
            <a:alphaModFix amt="57000"/>
          </a:blip>
          <a:srcRect t="297" b="2793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/>
          <p:cNvPicPr preferRelativeResize="0"/>
          <p:nvPr/>
        </p:nvPicPr>
        <p:blipFill rotWithShape="1">
          <a:blip r:embed="rId2"/>
          <a:srcRect t="17100" b="17101"/>
          <a:stretch>
            <a:fillRect/>
          </a:stretch>
        </p:blipFill>
        <p:spPr>
          <a:xfrm>
            <a:off x="3281045" y="0"/>
            <a:ext cx="586295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p27"/>
          <p:cNvGrpSpPr/>
          <p:nvPr/>
        </p:nvGrpSpPr>
        <p:grpSpPr>
          <a:xfrm>
            <a:off x="4159758" y="520805"/>
            <a:ext cx="4105448" cy="4108265"/>
            <a:chOff x="0" y="-28575"/>
            <a:chExt cx="2162583" cy="2164067"/>
          </a:xfrm>
        </p:grpSpPr>
        <p:sp>
          <p:nvSpPr>
            <p:cNvPr id="175" name="Google Shape;175;p27"/>
            <p:cNvSpPr/>
            <p:nvPr/>
          </p:nvSpPr>
          <p:spPr>
            <a:xfrm>
              <a:off x="0" y="0"/>
              <a:ext cx="2162583" cy="2135492"/>
            </a:xfrm>
            <a:custGeom>
              <a:avLst/>
              <a:gdLst/>
              <a:ahLst/>
              <a:cxnLst/>
              <a:rect l="l" t="t" r="r" b="b"/>
              <a:pathLst>
                <a:path w="2162583" h="2135492" extrusionOk="0">
                  <a:moveTo>
                    <a:pt x="0" y="0"/>
                  </a:moveTo>
                  <a:lnTo>
                    <a:pt x="2162583" y="0"/>
                  </a:lnTo>
                  <a:lnTo>
                    <a:pt x="2162583" y="2135492"/>
                  </a:lnTo>
                  <a:lnTo>
                    <a:pt x="0" y="2135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6" name="Google Shape;176;p2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77" name="Google Shape;177;p27"/>
          <p:cNvSpPr/>
          <p:nvPr/>
        </p:nvSpPr>
        <p:spPr>
          <a:xfrm>
            <a:off x="5187468" y="1956108"/>
            <a:ext cx="2050110" cy="369064"/>
          </a:xfrm>
          <a:custGeom>
            <a:avLst/>
            <a:gdLst/>
            <a:ahLst/>
            <a:cxnLst/>
            <a:rect l="l" t="t" r="r" b="b"/>
            <a:pathLst>
              <a:path w="1079893" h="194404" extrusionOk="0">
                <a:moveTo>
                  <a:pt x="0" y="0"/>
                </a:moveTo>
                <a:lnTo>
                  <a:pt x="1079893" y="0"/>
                </a:lnTo>
                <a:lnTo>
                  <a:pt x="1079893" y="194404"/>
                </a:lnTo>
                <a:lnTo>
                  <a:pt x="0" y="19440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grpSp>
        <p:nvGrpSpPr>
          <p:cNvPr id="178" name="Google Shape;178;p27"/>
          <p:cNvGrpSpPr/>
          <p:nvPr/>
        </p:nvGrpSpPr>
        <p:grpSpPr>
          <a:xfrm>
            <a:off x="5183630" y="433931"/>
            <a:ext cx="2050282" cy="1597504"/>
            <a:chOff x="0" y="-28569"/>
            <a:chExt cx="1080005" cy="841500"/>
          </a:xfrm>
        </p:grpSpPr>
        <p:sp>
          <p:nvSpPr>
            <p:cNvPr id="179" name="Google Shape;179;p27"/>
            <p:cNvSpPr/>
            <p:nvPr/>
          </p:nvSpPr>
          <p:spPr>
            <a:xfrm>
              <a:off x="0" y="0"/>
              <a:ext cx="1079893" cy="194404"/>
            </a:xfrm>
            <a:custGeom>
              <a:avLst/>
              <a:gdLst/>
              <a:ahLst/>
              <a:cxnLst/>
              <a:rect l="l" t="t" r="r" b="b"/>
              <a:pathLst>
                <a:path w="1079893" h="194404" extrusionOk="0">
                  <a:moveTo>
                    <a:pt x="0" y="0"/>
                  </a:moveTo>
                  <a:lnTo>
                    <a:pt x="1079893" y="0"/>
                  </a:lnTo>
                  <a:lnTo>
                    <a:pt x="1079893" y="194404"/>
                  </a:lnTo>
                  <a:lnTo>
                    <a:pt x="0" y="1944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0" name="Google Shape;180;p27"/>
            <p:cNvSpPr txBox="1"/>
            <p:nvPr/>
          </p:nvSpPr>
          <p:spPr>
            <a:xfrm>
              <a:off x="5" y="-28569"/>
              <a:ext cx="10800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 i="0" u="none" strike="noStrike" cap="none">
                  <a:solidFill>
                    <a:srgbClr val="000000"/>
                  </a:solidFill>
                  <a:latin typeface="Nunito Sans Black"/>
                  <a:ea typeface="Nunito Sans Black"/>
                  <a:cs typeface="Nunito Sans Black"/>
                  <a:sym typeface="Nunito Sans Black"/>
                </a:rPr>
                <a:t>W  R  I  T  E    A  N   </a:t>
              </a:r>
              <a:endParaRPr sz="900" b="0" i="0" u="none" strike="noStrike" cap="none">
                <a:solidFill>
                  <a:srgbClr val="000000"/>
                </a:solidFill>
                <a:latin typeface="Nunito Sans Black"/>
                <a:ea typeface="Nunito Sans Black"/>
                <a:cs typeface="Nunito Sans Black"/>
                <a:sym typeface="Nunito Sans Black"/>
              </a:endParaRPr>
            </a:p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 i="0" u="none" strike="noStrike" cap="none">
                  <a:solidFill>
                    <a:srgbClr val="000000"/>
                  </a:solidFill>
                  <a:latin typeface="Nunito Sans Black"/>
                  <a:ea typeface="Nunito Sans Black"/>
                  <a:cs typeface="Nunito Sans Black"/>
                  <a:sym typeface="Nunito Sans Black"/>
                </a:rPr>
                <a:t>A  G  E  N  D  A    H  E  R  E.</a:t>
              </a:r>
              <a:endParaRPr sz="700"/>
            </a:p>
          </p:txBody>
        </p:sp>
      </p:grpSp>
      <p:sp>
        <p:nvSpPr>
          <p:cNvPr id="181" name="Google Shape;181;p27"/>
          <p:cNvSpPr txBox="1"/>
          <p:nvPr/>
        </p:nvSpPr>
        <p:spPr>
          <a:xfrm>
            <a:off x="514350" y="2028825"/>
            <a:ext cx="1989311" cy="1033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0" i="0" u="none" strike="noStrike" cap="none">
                <a:solidFill>
                  <a:srgbClr val="171616"/>
                </a:solidFill>
                <a:latin typeface="Nunito Light"/>
                <a:ea typeface="Nunito Light"/>
                <a:cs typeface="Nunito Light"/>
                <a:sym typeface="Nunito Light"/>
              </a:rPr>
              <a:t>Agenda</a:t>
            </a:r>
            <a:endParaRPr sz="7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0" i="0" u="none" strike="noStrike" cap="none">
                <a:solidFill>
                  <a:srgbClr val="171616"/>
                </a:solidFill>
                <a:latin typeface="Nunito Light"/>
                <a:ea typeface="Nunito Light"/>
                <a:cs typeface="Nunito Light"/>
                <a:sym typeface="Nunito Light"/>
              </a:rPr>
              <a:t>Page</a:t>
            </a:r>
            <a:endParaRPr sz="700"/>
          </a:p>
        </p:txBody>
      </p:sp>
      <p:grpSp>
        <p:nvGrpSpPr>
          <p:cNvPr id="182" name="Google Shape;182;p27"/>
          <p:cNvGrpSpPr/>
          <p:nvPr/>
        </p:nvGrpSpPr>
        <p:grpSpPr>
          <a:xfrm>
            <a:off x="8265288" y="960855"/>
            <a:ext cx="1543050" cy="1615385"/>
            <a:chOff x="0" y="-38100"/>
            <a:chExt cx="812800" cy="850900"/>
          </a:xfrm>
        </p:grpSpPr>
        <p:sp>
          <p:nvSpPr>
            <p:cNvPr id="183" name="Google Shape;183;p27"/>
            <p:cNvSpPr/>
            <p:nvPr/>
          </p:nvSpPr>
          <p:spPr>
            <a:xfrm>
              <a:off x="0" y="0"/>
              <a:ext cx="462861" cy="150890"/>
            </a:xfrm>
            <a:custGeom>
              <a:avLst/>
              <a:gdLst/>
              <a:ahLst/>
              <a:cxnLst/>
              <a:rect l="l" t="t" r="r" b="b"/>
              <a:pathLst>
                <a:path w="462861" h="150890" extrusionOk="0">
                  <a:moveTo>
                    <a:pt x="0" y="0"/>
                  </a:moveTo>
                  <a:lnTo>
                    <a:pt x="462861" y="0"/>
                  </a:lnTo>
                  <a:lnTo>
                    <a:pt x="462861" y="150890"/>
                  </a:lnTo>
                  <a:lnTo>
                    <a:pt x="0" y="150890"/>
                  </a:lnTo>
                  <a:close/>
                </a:path>
              </a:pathLst>
            </a:custGeom>
            <a:solidFill>
              <a:srgbClr val="CEABDD"/>
            </a:solidFill>
            <a:ln>
              <a:noFill/>
            </a:ln>
          </p:spPr>
        </p:sp>
        <p:sp>
          <p:nvSpPr>
            <p:cNvPr id="184" name="Google Shape;184;p2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85" name="Google Shape;185;p27"/>
          <p:cNvGrpSpPr/>
          <p:nvPr/>
        </p:nvGrpSpPr>
        <p:grpSpPr>
          <a:xfrm>
            <a:off x="3281045" y="960855"/>
            <a:ext cx="1543050" cy="1615385"/>
            <a:chOff x="0" y="-38100"/>
            <a:chExt cx="812800" cy="850900"/>
          </a:xfrm>
        </p:grpSpPr>
        <p:sp>
          <p:nvSpPr>
            <p:cNvPr id="186" name="Google Shape;186;p27"/>
            <p:cNvSpPr/>
            <p:nvPr/>
          </p:nvSpPr>
          <p:spPr>
            <a:xfrm>
              <a:off x="0" y="0"/>
              <a:ext cx="462861" cy="150890"/>
            </a:xfrm>
            <a:custGeom>
              <a:avLst/>
              <a:gdLst/>
              <a:ahLst/>
              <a:cxnLst/>
              <a:rect l="l" t="t" r="r" b="b"/>
              <a:pathLst>
                <a:path w="462861" h="150890" extrusionOk="0">
                  <a:moveTo>
                    <a:pt x="0" y="0"/>
                  </a:moveTo>
                  <a:lnTo>
                    <a:pt x="462861" y="0"/>
                  </a:lnTo>
                  <a:lnTo>
                    <a:pt x="462861" y="150890"/>
                  </a:lnTo>
                  <a:lnTo>
                    <a:pt x="0" y="150890"/>
                  </a:lnTo>
                  <a:close/>
                </a:path>
              </a:pathLst>
            </a:custGeom>
            <a:solidFill>
              <a:srgbClr val="CEABDD"/>
            </a:solidFill>
            <a:ln>
              <a:noFill/>
            </a:ln>
          </p:spPr>
        </p:sp>
        <p:sp>
          <p:nvSpPr>
            <p:cNvPr id="187" name="Google Shape;187;p2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88" name="Google Shape;188;p27"/>
          <p:cNvGrpSpPr/>
          <p:nvPr/>
        </p:nvGrpSpPr>
        <p:grpSpPr>
          <a:xfrm>
            <a:off x="8265288" y="1883777"/>
            <a:ext cx="1543050" cy="1615385"/>
            <a:chOff x="0" y="-38100"/>
            <a:chExt cx="812800" cy="850900"/>
          </a:xfrm>
        </p:grpSpPr>
        <p:sp>
          <p:nvSpPr>
            <p:cNvPr id="189" name="Google Shape;189;p27"/>
            <p:cNvSpPr/>
            <p:nvPr/>
          </p:nvSpPr>
          <p:spPr>
            <a:xfrm>
              <a:off x="0" y="0"/>
              <a:ext cx="462861" cy="150890"/>
            </a:xfrm>
            <a:custGeom>
              <a:avLst/>
              <a:gdLst/>
              <a:ahLst/>
              <a:cxnLst/>
              <a:rect l="l" t="t" r="r" b="b"/>
              <a:pathLst>
                <a:path w="462861" h="150890" extrusionOk="0">
                  <a:moveTo>
                    <a:pt x="0" y="0"/>
                  </a:moveTo>
                  <a:lnTo>
                    <a:pt x="462861" y="0"/>
                  </a:lnTo>
                  <a:lnTo>
                    <a:pt x="462861" y="150890"/>
                  </a:lnTo>
                  <a:lnTo>
                    <a:pt x="0" y="150890"/>
                  </a:lnTo>
                  <a:close/>
                </a:path>
              </a:pathLst>
            </a:custGeom>
            <a:solidFill>
              <a:srgbClr val="CEABDD"/>
            </a:solidFill>
            <a:ln>
              <a:noFill/>
            </a:ln>
          </p:spPr>
        </p:sp>
        <p:sp>
          <p:nvSpPr>
            <p:cNvPr id="190" name="Google Shape;190;p2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91" name="Google Shape;191;p27"/>
          <p:cNvGrpSpPr/>
          <p:nvPr/>
        </p:nvGrpSpPr>
        <p:grpSpPr>
          <a:xfrm>
            <a:off x="3281045" y="1883777"/>
            <a:ext cx="1543050" cy="1615385"/>
            <a:chOff x="0" y="-38100"/>
            <a:chExt cx="812800" cy="850900"/>
          </a:xfrm>
        </p:grpSpPr>
        <p:sp>
          <p:nvSpPr>
            <p:cNvPr id="192" name="Google Shape;192;p27"/>
            <p:cNvSpPr/>
            <p:nvPr/>
          </p:nvSpPr>
          <p:spPr>
            <a:xfrm>
              <a:off x="0" y="0"/>
              <a:ext cx="462861" cy="150890"/>
            </a:xfrm>
            <a:custGeom>
              <a:avLst/>
              <a:gdLst/>
              <a:ahLst/>
              <a:cxnLst/>
              <a:rect l="l" t="t" r="r" b="b"/>
              <a:pathLst>
                <a:path w="462861" h="150890" extrusionOk="0">
                  <a:moveTo>
                    <a:pt x="0" y="0"/>
                  </a:moveTo>
                  <a:lnTo>
                    <a:pt x="462861" y="0"/>
                  </a:lnTo>
                  <a:lnTo>
                    <a:pt x="462861" y="150890"/>
                  </a:lnTo>
                  <a:lnTo>
                    <a:pt x="0" y="150890"/>
                  </a:lnTo>
                  <a:close/>
                </a:path>
              </a:pathLst>
            </a:custGeom>
            <a:solidFill>
              <a:srgbClr val="CEABDD"/>
            </a:solidFill>
            <a:ln>
              <a:noFill/>
            </a:ln>
          </p:spPr>
        </p:sp>
        <p:sp>
          <p:nvSpPr>
            <p:cNvPr id="193" name="Google Shape;193;p2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94" name="Google Shape;194;p27"/>
          <p:cNvGrpSpPr/>
          <p:nvPr/>
        </p:nvGrpSpPr>
        <p:grpSpPr>
          <a:xfrm>
            <a:off x="8265288" y="2806699"/>
            <a:ext cx="1543050" cy="1615385"/>
            <a:chOff x="0" y="-38100"/>
            <a:chExt cx="812800" cy="850900"/>
          </a:xfrm>
        </p:grpSpPr>
        <p:sp>
          <p:nvSpPr>
            <p:cNvPr id="195" name="Google Shape;195;p27"/>
            <p:cNvSpPr/>
            <p:nvPr/>
          </p:nvSpPr>
          <p:spPr>
            <a:xfrm>
              <a:off x="0" y="0"/>
              <a:ext cx="462861" cy="150890"/>
            </a:xfrm>
            <a:custGeom>
              <a:avLst/>
              <a:gdLst/>
              <a:ahLst/>
              <a:cxnLst/>
              <a:rect l="l" t="t" r="r" b="b"/>
              <a:pathLst>
                <a:path w="462861" h="150890" extrusionOk="0">
                  <a:moveTo>
                    <a:pt x="0" y="0"/>
                  </a:moveTo>
                  <a:lnTo>
                    <a:pt x="462861" y="0"/>
                  </a:lnTo>
                  <a:lnTo>
                    <a:pt x="462861" y="150890"/>
                  </a:lnTo>
                  <a:lnTo>
                    <a:pt x="0" y="150890"/>
                  </a:lnTo>
                  <a:close/>
                </a:path>
              </a:pathLst>
            </a:custGeom>
            <a:solidFill>
              <a:srgbClr val="CEABDD"/>
            </a:solidFill>
            <a:ln>
              <a:noFill/>
            </a:ln>
          </p:spPr>
        </p:sp>
        <p:sp>
          <p:nvSpPr>
            <p:cNvPr id="196" name="Google Shape;196;p2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97" name="Google Shape;197;p27"/>
          <p:cNvGrpSpPr/>
          <p:nvPr/>
        </p:nvGrpSpPr>
        <p:grpSpPr>
          <a:xfrm>
            <a:off x="3281045" y="2806699"/>
            <a:ext cx="1543050" cy="1615385"/>
            <a:chOff x="0" y="-38100"/>
            <a:chExt cx="812800" cy="850900"/>
          </a:xfrm>
        </p:grpSpPr>
        <p:sp>
          <p:nvSpPr>
            <p:cNvPr id="198" name="Google Shape;198;p27"/>
            <p:cNvSpPr/>
            <p:nvPr/>
          </p:nvSpPr>
          <p:spPr>
            <a:xfrm>
              <a:off x="0" y="0"/>
              <a:ext cx="462861" cy="150890"/>
            </a:xfrm>
            <a:custGeom>
              <a:avLst/>
              <a:gdLst/>
              <a:ahLst/>
              <a:cxnLst/>
              <a:rect l="l" t="t" r="r" b="b"/>
              <a:pathLst>
                <a:path w="462861" h="150890" extrusionOk="0">
                  <a:moveTo>
                    <a:pt x="0" y="0"/>
                  </a:moveTo>
                  <a:lnTo>
                    <a:pt x="462861" y="0"/>
                  </a:lnTo>
                  <a:lnTo>
                    <a:pt x="462861" y="150890"/>
                  </a:lnTo>
                  <a:lnTo>
                    <a:pt x="0" y="150890"/>
                  </a:lnTo>
                  <a:close/>
                </a:path>
              </a:pathLst>
            </a:custGeom>
            <a:solidFill>
              <a:srgbClr val="CEABDD"/>
            </a:solidFill>
            <a:ln>
              <a:noFill/>
            </a:ln>
          </p:spPr>
        </p:sp>
        <p:sp>
          <p:nvSpPr>
            <p:cNvPr id="199" name="Google Shape;199;p2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0" name="Google Shape;200;p27"/>
          <p:cNvGrpSpPr/>
          <p:nvPr/>
        </p:nvGrpSpPr>
        <p:grpSpPr>
          <a:xfrm>
            <a:off x="8265288" y="3729621"/>
            <a:ext cx="1543050" cy="1615385"/>
            <a:chOff x="0" y="-38100"/>
            <a:chExt cx="812800" cy="850900"/>
          </a:xfrm>
        </p:grpSpPr>
        <p:sp>
          <p:nvSpPr>
            <p:cNvPr id="201" name="Google Shape;201;p27"/>
            <p:cNvSpPr/>
            <p:nvPr/>
          </p:nvSpPr>
          <p:spPr>
            <a:xfrm>
              <a:off x="0" y="0"/>
              <a:ext cx="462861" cy="150890"/>
            </a:xfrm>
            <a:custGeom>
              <a:avLst/>
              <a:gdLst/>
              <a:ahLst/>
              <a:cxnLst/>
              <a:rect l="l" t="t" r="r" b="b"/>
              <a:pathLst>
                <a:path w="462861" h="150890" extrusionOk="0">
                  <a:moveTo>
                    <a:pt x="0" y="0"/>
                  </a:moveTo>
                  <a:lnTo>
                    <a:pt x="462861" y="0"/>
                  </a:lnTo>
                  <a:lnTo>
                    <a:pt x="462861" y="150890"/>
                  </a:lnTo>
                  <a:lnTo>
                    <a:pt x="0" y="150890"/>
                  </a:lnTo>
                  <a:close/>
                </a:path>
              </a:pathLst>
            </a:custGeom>
            <a:solidFill>
              <a:srgbClr val="CEABDD"/>
            </a:solidFill>
            <a:ln>
              <a:noFill/>
            </a:ln>
          </p:spPr>
        </p:sp>
        <p:sp>
          <p:nvSpPr>
            <p:cNvPr id="202" name="Google Shape;202;p2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3" name="Google Shape;203;p27"/>
          <p:cNvGrpSpPr/>
          <p:nvPr/>
        </p:nvGrpSpPr>
        <p:grpSpPr>
          <a:xfrm>
            <a:off x="3281045" y="3729621"/>
            <a:ext cx="1543050" cy="1615385"/>
            <a:chOff x="0" y="-38100"/>
            <a:chExt cx="812800" cy="850900"/>
          </a:xfrm>
        </p:grpSpPr>
        <p:sp>
          <p:nvSpPr>
            <p:cNvPr id="204" name="Google Shape;204;p27"/>
            <p:cNvSpPr/>
            <p:nvPr/>
          </p:nvSpPr>
          <p:spPr>
            <a:xfrm>
              <a:off x="0" y="0"/>
              <a:ext cx="462861" cy="150890"/>
            </a:xfrm>
            <a:custGeom>
              <a:avLst/>
              <a:gdLst/>
              <a:ahLst/>
              <a:cxnLst/>
              <a:rect l="l" t="t" r="r" b="b"/>
              <a:pathLst>
                <a:path w="462861" h="150890" extrusionOk="0">
                  <a:moveTo>
                    <a:pt x="0" y="0"/>
                  </a:moveTo>
                  <a:lnTo>
                    <a:pt x="462861" y="0"/>
                  </a:lnTo>
                  <a:lnTo>
                    <a:pt x="462861" y="150890"/>
                  </a:lnTo>
                  <a:lnTo>
                    <a:pt x="0" y="150890"/>
                  </a:lnTo>
                  <a:close/>
                </a:path>
              </a:pathLst>
            </a:custGeom>
            <a:solidFill>
              <a:srgbClr val="CEABDD"/>
            </a:solidFill>
            <a:ln>
              <a:noFill/>
            </a:ln>
          </p:spPr>
        </p:sp>
        <p:sp>
          <p:nvSpPr>
            <p:cNvPr id="205" name="Google Shape;205;p2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06" name="Google Shape;206;p27"/>
          <p:cNvSpPr txBox="1"/>
          <p:nvPr/>
        </p:nvSpPr>
        <p:spPr>
          <a:xfrm>
            <a:off x="5183630" y="2201850"/>
            <a:ext cx="20502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W  R  I  T  E    A  N   </a:t>
            </a:r>
            <a:endParaRPr sz="900" b="0" i="0" u="none" strike="noStrike" cap="none">
              <a:solidFill>
                <a:srgbClr val="000000"/>
              </a:solidFill>
              <a:latin typeface="Nunito Sans Black"/>
              <a:ea typeface="Nunito Sans Black"/>
              <a:cs typeface="Nunito Sans Black"/>
              <a:sym typeface="Nunito Sans Black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A  G  E  N  D  A    H  E  R  E.</a:t>
            </a:r>
            <a:endParaRPr sz="700"/>
          </a:p>
        </p:txBody>
      </p:sp>
      <p:grpSp>
        <p:nvGrpSpPr>
          <p:cNvPr id="207" name="Google Shape;207;p27"/>
          <p:cNvGrpSpPr/>
          <p:nvPr/>
        </p:nvGrpSpPr>
        <p:grpSpPr>
          <a:xfrm>
            <a:off x="5183630" y="1317890"/>
            <a:ext cx="2054032" cy="1597504"/>
            <a:chOff x="0" y="-28569"/>
            <a:chExt cx="1081981" cy="841500"/>
          </a:xfrm>
        </p:grpSpPr>
        <p:sp>
          <p:nvSpPr>
            <p:cNvPr id="208" name="Google Shape;208;p27"/>
            <p:cNvSpPr/>
            <p:nvPr/>
          </p:nvSpPr>
          <p:spPr>
            <a:xfrm>
              <a:off x="0" y="0"/>
              <a:ext cx="1079893" cy="194404"/>
            </a:xfrm>
            <a:custGeom>
              <a:avLst/>
              <a:gdLst/>
              <a:ahLst/>
              <a:cxnLst/>
              <a:rect l="l" t="t" r="r" b="b"/>
              <a:pathLst>
                <a:path w="1079893" h="194404" extrusionOk="0">
                  <a:moveTo>
                    <a:pt x="0" y="0"/>
                  </a:moveTo>
                  <a:lnTo>
                    <a:pt x="1079893" y="0"/>
                  </a:lnTo>
                  <a:lnTo>
                    <a:pt x="1079893" y="194404"/>
                  </a:lnTo>
                  <a:lnTo>
                    <a:pt x="0" y="1944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9" name="Google Shape;209;p27"/>
            <p:cNvSpPr txBox="1"/>
            <p:nvPr/>
          </p:nvSpPr>
          <p:spPr>
            <a:xfrm>
              <a:off x="1981" y="-28569"/>
              <a:ext cx="10800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 i="0" u="none" strike="noStrike" cap="none">
                  <a:solidFill>
                    <a:srgbClr val="000000"/>
                  </a:solidFill>
                  <a:latin typeface="Nunito Sans Black"/>
                  <a:ea typeface="Nunito Sans Black"/>
                  <a:cs typeface="Nunito Sans Black"/>
                  <a:sym typeface="Nunito Sans Black"/>
                </a:rPr>
                <a:t>W  R  I  T  E    A  N   </a:t>
              </a:r>
              <a:endParaRPr sz="900" b="0" i="0" u="none" strike="noStrike" cap="none">
                <a:solidFill>
                  <a:srgbClr val="000000"/>
                </a:solidFill>
                <a:latin typeface="Nunito Sans Black"/>
                <a:ea typeface="Nunito Sans Black"/>
                <a:cs typeface="Nunito Sans Black"/>
                <a:sym typeface="Nunito Sans Black"/>
              </a:endParaRPr>
            </a:p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0" i="0" u="none" strike="noStrike" cap="none">
                  <a:solidFill>
                    <a:srgbClr val="000000"/>
                  </a:solidFill>
                  <a:latin typeface="Nunito Sans Black"/>
                  <a:ea typeface="Nunito Sans Black"/>
                  <a:cs typeface="Nunito Sans Black"/>
                  <a:sym typeface="Nunito Sans Black"/>
                </a:rPr>
                <a:t>A  G  E  N  D  A    H  E  R  E.</a:t>
              </a:r>
              <a:endParaRPr sz="700"/>
            </a:p>
          </p:txBody>
        </p:sp>
      </p:grpSp>
      <p:sp>
        <p:nvSpPr>
          <p:cNvPr id="210" name="Google Shape;210;p27"/>
          <p:cNvSpPr txBox="1"/>
          <p:nvPr/>
        </p:nvSpPr>
        <p:spPr>
          <a:xfrm>
            <a:off x="5183630" y="3085806"/>
            <a:ext cx="20502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W  R  I  T  E    A  N   </a:t>
            </a:r>
            <a:endParaRPr sz="900" b="0" i="0" u="none" strike="noStrike" cap="none">
              <a:solidFill>
                <a:srgbClr val="000000"/>
              </a:solidFill>
              <a:latin typeface="Nunito Sans Black"/>
              <a:ea typeface="Nunito Sans Black"/>
              <a:cs typeface="Nunito Sans Black"/>
              <a:sym typeface="Nunito Sans Black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Nunito Sans Black"/>
                <a:ea typeface="Nunito Sans Black"/>
                <a:cs typeface="Nunito Sans Black"/>
                <a:sym typeface="Nunito Sans Black"/>
              </a:rPr>
              <a:t>A  G  E  N  D  A    H  E  R  E.</a:t>
            </a:r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8"/>
          <p:cNvPicPr preferRelativeResize="0"/>
          <p:nvPr/>
        </p:nvPicPr>
        <p:blipFill rotWithShape="1">
          <a:blip r:embed="rId1">
            <a:alphaModFix amt="57000"/>
          </a:blip>
          <a:srcRect t="43901" r="2183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8"/>
          <p:cNvSpPr txBox="1"/>
          <p:nvPr/>
        </p:nvSpPr>
        <p:spPr>
          <a:xfrm>
            <a:off x="5226077" y="1328654"/>
            <a:ext cx="2804231" cy="504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0" i="0" u="sng" strike="noStrike" cap="none">
                <a:solidFill>
                  <a:srgbClr val="171616"/>
                </a:solidFill>
                <a:latin typeface="Nunito Light"/>
                <a:ea typeface="Nunito Light"/>
                <a:cs typeface="Nunito Light"/>
                <a:sym typeface="Nunito Light"/>
              </a:rPr>
              <a:t>Hello there!</a:t>
            </a:r>
            <a:endParaRPr sz="700"/>
          </a:p>
        </p:txBody>
      </p:sp>
      <p:sp>
        <p:nvSpPr>
          <p:cNvPr id="217" name="Google Shape;217;p28"/>
          <p:cNvSpPr txBox="1"/>
          <p:nvPr/>
        </p:nvSpPr>
        <p:spPr>
          <a:xfrm>
            <a:off x="4934070" y="2364003"/>
            <a:ext cx="3388245" cy="139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171616"/>
                </a:solidFill>
                <a:latin typeface="Nunito Light"/>
                <a:ea typeface="Nunito Light"/>
                <a:cs typeface="Nunito Light"/>
                <a:sym typeface="Nunito Light"/>
              </a:rPr>
              <a:t>I'm Rain, and I'll be sharing with you my beautiful ideas. Follow me at @reallygreatsite to learn more. </a:t>
            </a:r>
            <a:endParaRPr sz="700"/>
          </a:p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171616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171616"/>
                </a:solidFill>
                <a:latin typeface="Nunito Light"/>
                <a:ea typeface="Nunito Light"/>
                <a:cs typeface="Nunito Light"/>
                <a:sym typeface="Nunito Light"/>
              </a:rPr>
              <a:t>Lorem ipsum dolor sit amet, consectetur adipiscing elit. Phasellus mollis libero tortor, ut rhoncus magna blandit vel. Vestibulum pellentesque neque a aliquet molestie. In neque quam, bibendum non dapibus vel, fermentum sit amet nisl. Morbi sit amet nibh ut justo lacinia porttitor. </a:t>
            </a:r>
            <a:endParaRPr sz="700"/>
          </a:p>
        </p:txBody>
      </p:sp>
      <p:pic>
        <p:nvPicPr>
          <p:cNvPr id="218" name="Google Shape;218;p28"/>
          <p:cNvPicPr preferRelativeResize="0"/>
          <p:nvPr/>
        </p:nvPicPr>
        <p:blipFill rotWithShape="1">
          <a:blip r:embed="rId2"/>
          <a:srcRect t="12500" b="12498"/>
          <a:stretch>
            <a:fillRect/>
          </a:stretch>
        </p:blipFill>
        <p:spPr>
          <a:xfrm>
            <a:off x="737340" y="1380975"/>
            <a:ext cx="3175400" cy="238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28"/>
          <p:cNvGrpSpPr/>
          <p:nvPr/>
        </p:nvGrpSpPr>
        <p:grpSpPr>
          <a:xfrm>
            <a:off x="1885684" y="1165416"/>
            <a:ext cx="1543050" cy="1615385"/>
            <a:chOff x="0" y="-38100"/>
            <a:chExt cx="812800" cy="850900"/>
          </a:xfrm>
        </p:grpSpPr>
        <p:sp>
          <p:nvSpPr>
            <p:cNvPr id="220" name="Google Shape;220;p28"/>
            <p:cNvSpPr/>
            <p:nvPr/>
          </p:nvSpPr>
          <p:spPr>
            <a:xfrm>
              <a:off x="0" y="0"/>
              <a:ext cx="462861" cy="150890"/>
            </a:xfrm>
            <a:custGeom>
              <a:avLst/>
              <a:gdLst/>
              <a:ahLst/>
              <a:cxnLst/>
              <a:rect l="l" t="t" r="r" b="b"/>
              <a:pathLst>
                <a:path w="462861" h="150890" extrusionOk="0">
                  <a:moveTo>
                    <a:pt x="0" y="0"/>
                  </a:moveTo>
                  <a:lnTo>
                    <a:pt x="462861" y="0"/>
                  </a:lnTo>
                  <a:lnTo>
                    <a:pt x="462861" y="150890"/>
                  </a:lnTo>
                  <a:lnTo>
                    <a:pt x="0" y="150890"/>
                  </a:lnTo>
                  <a:close/>
                </a:path>
              </a:pathLst>
            </a:custGeom>
            <a:solidFill>
              <a:srgbClr val="CEABDD"/>
            </a:solidFill>
            <a:ln>
              <a:noFill/>
            </a:ln>
          </p:spPr>
        </p:sp>
        <p:sp>
          <p:nvSpPr>
            <p:cNvPr id="221" name="Google Shape;221;p2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9"/>
          <p:cNvPicPr preferRelativeResize="0"/>
          <p:nvPr/>
        </p:nvPicPr>
        <p:blipFill rotWithShape="1">
          <a:blip r:embed="rId1">
            <a:alphaModFix amt="57000"/>
          </a:blip>
          <a:srcRect l="21017" t="17304" r="819" b="2659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9"/>
          <p:cNvPicPr preferRelativeResize="0"/>
          <p:nvPr/>
        </p:nvPicPr>
        <p:blipFill rotWithShape="1">
          <a:blip r:embed="rId2"/>
          <a:srcRect l="16810" r="16810"/>
          <a:stretch>
            <a:fillRect/>
          </a:stretch>
        </p:blipFill>
        <p:spPr>
          <a:xfrm>
            <a:off x="7498080" y="0"/>
            <a:ext cx="329184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29"/>
          <p:cNvGrpSpPr/>
          <p:nvPr/>
        </p:nvGrpSpPr>
        <p:grpSpPr>
          <a:xfrm>
            <a:off x="640072" y="1811148"/>
            <a:ext cx="2784364" cy="1481912"/>
            <a:chOff x="0" y="-104775"/>
            <a:chExt cx="7424969" cy="3951766"/>
          </a:xfrm>
        </p:grpSpPr>
        <p:sp>
          <p:nvSpPr>
            <p:cNvPr id="230" name="Google Shape;230;p29"/>
            <p:cNvSpPr txBox="1"/>
            <p:nvPr/>
          </p:nvSpPr>
          <p:spPr>
            <a:xfrm>
              <a:off x="0" y="-104775"/>
              <a:ext cx="5309178" cy="27209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 b="0" i="0" u="none" strike="noStrike" cap="none" dirty="0">
                  <a:solidFill>
                    <a:srgbClr val="171616"/>
                  </a:solidFill>
                  <a:latin typeface="Nunito Light"/>
                  <a:ea typeface="Nunito Light"/>
                  <a:cs typeface="Nunito Light"/>
                  <a:sym typeface="Nunito Light"/>
                </a:rPr>
                <a:t>Get to Know Me</a:t>
              </a:r>
              <a:endParaRPr sz="700" dirty="0"/>
            </a:p>
          </p:txBody>
        </p:sp>
        <p:sp>
          <p:nvSpPr>
            <p:cNvPr id="231" name="Google Shape;231;p29"/>
            <p:cNvSpPr txBox="1"/>
            <p:nvPr/>
          </p:nvSpPr>
          <p:spPr>
            <a:xfrm>
              <a:off x="0" y="3416249"/>
              <a:ext cx="7424969" cy="4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 i="0" u="none" strike="noStrike" cap="none">
                  <a:solidFill>
                    <a:srgbClr val="171616"/>
                  </a:solidFill>
                  <a:latin typeface="Nunito Light"/>
                  <a:ea typeface="Nunito Light"/>
                  <a:cs typeface="Nunito Light"/>
                  <a:sym typeface="Nunito Light"/>
                </a:rPr>
                <a:t>Elaborate on a personal detail you want to share.</a:t>
              </a:r>
              <a:endParaRPr sz="700"/>
            </a:p>
          </p:txBody>
        </p:sp>
      </p:grpSp>
      <p:grpSp>
        <p:nvGrpSpPr>
          <p:cNvPr id="232" name="Google Shape;232;p29"/>
          <p:cNvGrpSpPr/>
          <p:nvPr/>
        </p:nvGrpSpPr>
        <p:grpSpPr>
          <a:xfrm>
            <a:off x="0" y="4270363"/>
            <a:ext cx="1543050" cy="1615385"/>
            <a:chOff x="0" y="-38100"/>
            <a:chExt cx="812800" cy="850900"/>
          </a:xfrm>
        </p:grpSpPr>
        <p:sp>
          <p:nvSpPr>
            <p:cNvPr id="233" name="Google Shape;233;p29"/>
            <p:cNvSpPr/>
            <p:nvPr/>
          </p:nvSpPr>
          <p:spPr>
            <a:xfrm>
              <a:off x="0" y="0"/>
              <a:ext cx="337157" cy="150890"/>
            </a:xfrm>
            <a:custGeom>
              <a:avLst/>
              <a:gdLst/>
              <a:ahLst/>
              <a:cxnLst/>
              <a:rect l="l" t="t" r="r" b="b"/>
              <a:pathLst>
                <a:path w="337157" h="150890" extrusionOk="0">
                  <a:moveTo>
                    <a:pt x="0" y="0"/>
                  </a:moveTo>
                  <a:lnTo>
                    <a:pt x="337157" y="0"/>
                  </a:lnTo>
                  <a:lnTo>
                    <a:pt x="337157" y="150890"/>
                  </a:lnTo>
                  <a:lnTo>
                    <a:pt x="0" y="150890"/>
                  </a:lnTo>
                  <a:close/>
                </a:path>
              </a:pathLst>
            </a:custGeom>
            <a:solidFill>
              <a:srgbClr val="CEABDD"/>
            </a:solidFill>
            <a:ln>
              <a:noFill/>
            </a:ln>
          </p:spPr>
        </p:sp>
        <p:sp>
          <p:nvSpPr>
            <p:cNvPr id="234" name="Google Shape;234;p2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35" name="Google Shape;235;p29"/>
          <p:cNvGrpSpPr/>
          <p:nvPr/>
        </p:nvGrpSpPr>
        <p:grpSpPr>
          <a:xfrm>
            <a:off x="0" y="443902"/>
            <a:ext cx="1543050" cy="1615385"/>
            <a:chOff x="0" y="-38100"/>
            <a:chExt cx="812800" cy="850900"/>
          </a:xfrm>
        </p:grpSpPr>
        <p:sp>
          <p:nvSpPr>
            <p:cNvPr id="236" name="Google Shape;236;p29"/>
            <p:cNvSpPr/>
            <p:nvPr/>
          </p:nvSpPr>
          <p:spPr>
            <a:xfrm>
              <a:off x="0" y="0"/>
              <a:ext cx="337157" cy="150890"/>
            </a:xfrm>
            <a:custGeom>
              <a:avLst/>
              <a:gdLst/>
              <a:ahLst/>
              <a:cxnLst/>
              <a:rect l="l" t="t" r="r" b="b"/>
              <a:pathLst>
                <a:path w="337157" h="150890" extrusionOk="0">
                  <a:moveTo>
                    <a:pt x="0" y="0"/>
                  </a:moveTo>
                  <a:lnTo>
                    <a:pt x="337157" y="0"/>
                  </a:lnTo>
                  <a:lnTo>
                    <a:pt x="337157" y="150890"/>
                  </a:lnTo>
                  <a:lnTo>
                    <a:pt x="0" y="150890"/>
                  </a:lnTo>
                  <a:close/>
                </a:path>
              </a:pathLst>
            </a:custGeom>
            <a:solidFill>
              <a:srgbClr val="CEABDD"/>
            </a:solidFill>
            <a:ln>
              <a:noFill/>
            </a:ln>
          </p:spPr>
        </p:sp>
        <p:sp>
          <p:nvSpPr>
            <p:cNvPr id="237" name="Google Shape;237;p2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6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" name="图片 1" descr="sh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310" y="516255"/>
            <a:ext cx="3676015" cy="4121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1349</Words>
  <Application>WPS 表格</Application>
  <PresentationFormat>全屏显示(16:9)</PresentationFormat>
  <Paragraphs>44</Paragraphs>
  <Slides>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Nunito Sans ExtraLight</vt:lpstr>
      <vt:lpstr>Nunito Sans Black</vt:lpstr>
      <vt:lpstr>Nunito Light</vt:lpstr>
      <vt:lpstr>微软雅黑</vt:lpstr>
      <vt:lpstr>汉仪旗黑</vt:lpstr>
      <vt:lpstr>宋体</vt:lpstr>
      <vt:lpstr>Arial Unicode MS</vt:lpstr>
      <vt:lpstr>汉仪书宋二KW</vt:lpstr>
      <vt:lpstr>Nunito Light</vt:lpstr>
      <vt:lpstr>Nunito Sans Black</vt:lpstr>
      <vt:lpstr>Nunito Sans ExtraLight</vt:lpstr>
      <vt:lpstr>Simple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Jayus</cp:lastModifiedBy>
  <cp:revision>4</cp:revision>
  <dcterms:created xsi:type="dcterms:W3CDTF">2025-09-04T09:52:30Z</dcterms:created>
  <dcterms:modified xsi:type="dcterms:W3CDTF">2025-09-04T09:52:30Z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3AA60CD78CA8CEC9E952B96852B93D23_42</vt:lpwstr>
  </property>
  <property fmtid="{D5CDD505-2E9C-101B-9397-08002B2CF9AE}" pid="3" name="KSOProductBuildVer">
    <vt:lpwstr>2052-12.1.21861.21861</vt:lpwstr>
  </property>
</Properties>
</file>