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Josefin Sans" pitchFamily="2" charset="0"/>
      <p:regular r:id="rId16"/>
      <p:bold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CFE9AE6-8ADE-4E2D-92CA-4551237293D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80" d="100"/>
          <a:sy n="80" d="100"/>
        </p:scale>
        <p:origin x="824" y="22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2025/9/4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4" name="Google Shape;45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0" name="Google Shape;49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1e66018a5e7_0_3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" name="Google Shape;522;g1e66018a5e7_0_3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4" name="Google Shape;58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9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9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1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1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3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3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32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3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3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33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33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33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3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3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5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5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35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3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3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6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6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6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3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7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8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8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-218317" y="-2912955"/>
            <a:ext cx="18743683" cy="18738744"/>
            <a:chOff x="0" y="0"/>
            <a:chExt cx="24991578" cy="24984992"/>
          </a:xfrm>
        </p:grpSpPr>
        <p:pic>
          <p:nvPicPr>
            <p:cNvPr id="85" name="Google Shape;85;p1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6" name="Google Shape;86;p1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7" name="Google Shape;87;p1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8" name="Google Shape;88;p1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9" name="Google Shape;89;p1"/>
          <p:cNvGrpSpPr/>
          <p:nvPr/>
        </p:nvGrpSpPr>
        <p:grpSpPr>
          <a:xfrm>
            <a:off x="3683405" y="664839"/>
            <a:ext cx="13049076" cy="7912369"/>
            <a:chOff x="0" y="-358148"/>
            <a:chExt cx="17398768" cy="10549826"/>
          </a:xfrm>
        </p:grpSpPr>
        <p:grpSp>
          <p:nvGrpSpPr>
            <p:cNvPr id="90" name="Google Shape;90;p1"/>
            <p:cNvGrpSpPr/>
            <p:nvPr/>
          </p:nvGrpSpPr>
          <p:grpSpPr>
            <a:xfrm>
              <a:off x="0" y="-358148"/>
              <a:ext cx="17398768" cy="10549826"/>
              <a:chOff x="0" y="-38100"/>
              <a:chExt cx="1850890" cy="1122296"/>
            </a:xfrm>
          </p:grpSpPr>
          <p:sp>
            <p:nvSpPr>
              <p:cNvPr id="91" name="Google Shape;91;p1"/>
              <p:cNvSpPr/>
              <p:nvPr/>
            </p:nvSpPr>
            <p:spPr>
              <a:xfrm>
                <a:off x="0" y="0"/>
                <a:ext cx="1850890" cy="1084196"/>
              </a:xfrm>
              <a:custGeom>
                <a:avLst/>
                <a:gdLst/>
                <a:ahLst/>
                <a:cxnLst/>
                <a:rect l="l" t="t" r="r" b="b"/>
                <a:pathLst>
                  <a:path w="1850890" h="1084196" extrusionOk="0">
                    <a:moveTo>
                      <a:pt x="9880" y="0"/>
                    </a:moveTo>
                    <a:lnTo>
                      <a:pt x="1841010" y="0"/>
                    </a:lnTo>
                    <a:cubicBezTo>
                      <a:pt x="1846467" y="0"/>
                      <a:pt x="1850890" y="4424"/>
                      <a:pt x="1850890" y="9880"/>
                    </a:cubicBezTo>
                    <a:lnTo>
                      <a:pt x="1850890" y="1074316"/>
                    </a:lnTo>
                    <a:cubicBezTo>
                      <a:pt x="1850890" y="1079772"/>
                      <a:pt x="1846467" y="1084196"/>
                      <a:pt x="1841010" y="1084196"/>
                    </a:cubicBezTo>
                    <a:lnTo>
                      <a:pt x="9880" y="1084196"/>
                    </a:lnTo>
                    <a:cubicBezTo>
                      <a:pt x="4424" y="1084196"/>
                      <a:pt x="0" y="1079772"/>
                      <a:pt x="0" y="1074316"/>
                    </a:cubicBezTo>
                    <a:lnTo>
                      <a:pt x="0" y="9880"/>
                    </a:lnTo>
                    <a:cubicBezTo>
                      <a:pt x="0" y="4424"/>
                      <a:pt x="4424" y="0"/>
                      <a:pt x="9880" y="0"/>
                    </a:cubicBezTo>
                    <a:close/>
                  </a:path>
                </a:pathLst>
              </a:custGeom>
              <a:solidFill>
                <a:srgbClr val="C1EBE6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92;p1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84950" tIns="84950" rIns="84950" bIns="849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93" name="Google Shape;93;p1"/>
            <p:cNvCxnSpPr/>
            <p:nvPr/>
          </p:nvCxnSpPr>
          <p:spPr>
            <a:xfrm>
              <a:off x="0" y="1505427"/>
              <a:ext cx="17398768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94" name="Google Shape;94;p1"/>
            <p:cNvGrpSpPr/>
            <p:nvPr/>
          </p:nvGrpSpPr>
          <p:grpSpPr>
            <a:xfrm>
              <a:off x="674489" y="380900"/>
              <a:ext cx="742660" cy="745989"/>
              <a:chOff x="1813" y="0"/>
              <a:chExt cx="809173" cy="812800"/>
            </a:xfrm>
          </p:grpSpPr>
          <p:sp>
            <p:nvSpPr>
              <p:cNvPr id="95" name="Google Shape;95;p1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27070"/>
              </a:solidFill>
              <a:ln w="66675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96;p1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6500" tIns="76500" rIns="76500" bIns="765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7" name="Google Shape;97;p1"/>
            <p:cNvGrpSpPr/>
            <p:nvPr/>
          </p:nvGrpSpPr>
          <p:grpSpPr>
            <a:xfrm>
              <a:off x="1676654" y="380900"/>
              <a:ext cx="742660" cy="745989"/>
              <a:chOff x="1813" y="0"/>
              <a:chExt cx="809173" cy="812800"/>
            </a:xfrm>
          </p:grpSpPr>
          <p:sp>
            <p:nvSpPr>
              <p:cNvPr id="98" name="Google Shape;98;p1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E593"/>
              </a:solidFill>
              <a:ln w="66675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Google Shape;99;p1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6500" tIns="76500" rIns="76500" bIns="765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0" name="Google Shape;100;p1"/>
            <p:cNvGrpSpPr/>
            <p:nvPr/>
          </p:nvGrpSpPr>
          <p:grpSpPr>
            <a:xfrm>
              <a:off x="2678820" y="380900"/>
              <a:ext cx="742660" cy="745989"/>
              <a:chOff x="1813" y="0"/>
              <a:chExt cx="809173" cy="812800"/>
            </a:xfrm>
          </p:grpSpPr>
          <p:sp>
            <p:nvSpPr>
              <p:cNvPr id="101" name="Google Shape;101;p1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7EDFBE"/>
              </a:solidFill>
              <a:ln w="66675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1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6500" tIns="76500" rIns="76500" bIns="765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03" name="Google Shape;103;p1"/>
          <p:cNvGrpSpPr/>
          <p:nvPr/>
        </p:nvGrpSpPr>
        <p:grpSpPr>
          <a:xfrm>
            <a:off x="2832056" y="1141014"/>
            <a:ext cx="13049076" cy="7912369"/>
            <a:chOff x="0" y="-358148"/>
            <a:chExt cx="17398768" cy="10549826"/>
          </a:xfrm>
        </p:grpSpPr>
        <p:grpSp>
          <p:nvGrpSpPr>
            <p:cNvPr id="104" name="Google Shape;104;p1"/>
            <p:cNvGrpSpPr/>
            <p:nvPr/>
          </p:nvGrpSpPr>
          <p:grpSpPr>
            <a:xfrm>
              <a:off x="0" y="-358148"/>
              <a:ext cx="17398768" cy="10549826"/>
              <a:chOff x="0" y="-38100"/>
              <a:chExt cx="1850890" cy="1122296"/>
            </a:xfrm>
          </p:grpSpPr>
          <p:sp>
            <p:nvSpPr>
              <p:cNvPr id="105" name="Google Shape;105;p1"/>
              <p:cNvSpPr/>
              <p:nvPr/>
            </p:nvSpPr>
            <p:spPr>
              <a:xfrm>
                <a:off x="0" y="0"/>
                <a:ext cx="1850890" cy="1084196"/>
              </a:xfrm>
              <a:custGeom>
                <a:avLst/>
                <a:gdLst/>
                <a:ahLst/>
                <a:cxnLst/>
                <a:rect l="l" t="t" r="r" b="b"/>
                <a:pathLst>
                  <a:path w="1850890" h="1084196" extrusionOk="0">
                    <a:moveTo>
                      <a:pt x="9880" y="0"/>
                    </a:moveTo>
                    <a:lnTo>
                      <a:pt x="1841010" y="0"/>
                    </a:lnTo>
                    <a:cubicBezTo>
                      <a:pt x="1846467" y="0"/>
                      <a:pt x="1850890" y="4424"/>
                      <a:pt x="1850890" y="9880"/>
                    </a:cubicBezTo>
                    <a:lnTo>
                      <a:pt x="1850890" y="1074316"/>
                    </a:lnTo>
                    <a:cubicBezTo>
                      <a:pt x="1850890" y="1079772"/>
                      <a:pt x="1846467" y="1084196"/>
                      <a:pt x="1841010" y="1084196"/>
                    </a:cubicBezTo>
                    <a:lnTo>
                      <a:pt x="9880" y="1084196"/>
                    </a:lnTo>
                    <a:cubicBezTo>
                      <a:pt x="4424" y="1084196"/>
                      <a:pt x="0" y="1079772"/>
                      <a:pt x="0" y="1074316"/>
                    </a:cubicBezTo>
                    <a:lnTo>
                      <a:pt x="0" y="9880"/>
                    </a:lnTo>
                    <a:cubicBezTo>
                      <a:pt x="0" y="4424"/>
                      <a:pt x="4424" y="0"/>
                      <a:pt x="9880" y="0"/>
                    </a:cubicBezTo>
                    <a:close/>
                  </a:path>
                </a:pathLst>
              </a:custGeom>
              <a:solidFill>
                <a:srgbClr val="FFDAF3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106;p1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84950" tIns="84950" rIns="84950" bIns="849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107" name="Google Shape;107;p1"/>
            <p:cNvCxnSpPr/>
            <p:nvPr/>
          </p:nvCxnSpPr>
          <p:spPr>
            <a:xfrm>
              <a:off x="0" y="1505427"/>
              <a:ext cx="17398768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108" name="Google Shape;108;p1"/>
            <p:cNvGrpSpPr/>
            <p:nvPr/>
          </p:nvGrpSpPr>
          <p:grpSpPr>
            <a:xfrm>
              <a:off x="725273" y="402469"/>
              <a:ext cx="742660" cy="745989"/>
              <a:chOff x="1813" y="0"/>
              <a:chExt cx="809173" cy="812800"/>
            </a:xfrm>
          </p:grpSpPr>
          <p:sp>
            <p:nvSpPr>
              <p:cNvPr id="109" name="Google Shape;109;p1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27070"/>
              </a:solidFill>
              <a:ln w="66675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110;p1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6500" tIns="76500" rIns="76500" bIns="765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1" name="Google Shape;111;p1"/>
            <p:cNvGrpSpPr/>
            <p:nvPr/>
          </p:nvGrpSpPr>
          <p:grpSpPr>
            <a:xfrm>
              <a:off x="1727438" y="402469"/>
              <a:ext cx="742660" cy="745989"/>
              <a:chOff x="1813" y="0"/>
              <a:chExt cx="809173" cy="812800"/>
            </a:xfrm>
          </p:grpSpPr>
          <p:sp>
            <p:nvSpPr>
              <p:cNvPr id="112" name="Google Shape;112;p1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E593"/>
              </a:solidFill>
              <a:ln w="66675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Google Shape;113;p1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6500" tIns="76500" rIns="76500" bIns="765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4" name="Google Shape;114;p1"/>
            <p:cNvGrpSpPr/>
            <p:nvPr/>
          </p:nvGrpSpPr>
          <p:grpSpPr>
            <a:xfrm>
              <a:off x="2729604" y="402469"/>
              <a:ext cx="742660" cy="745989"/>
              <a:chOff x="1813" y="0"/>
              <a:chExt cx="809173" cy="812800"/>
            </a:xfrm>
          </p:grpSpPr>
          <p:sp>
            <p:nvSpPr>
              <p:cNvPr id="115" name="Google Shape;115;p1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7EDFBE"/>
              </a:solidFill>
              <a:ln w="66675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116;p1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6500" tIns="76500" rIns="76500" bIns="765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17" name="Google Shape;117;p1"/>
          <p:cNvGrpSpPr/>
          <p:nvPr/>
        </p:nvGrpSpPr>
        <p:grpSpPr>
          <a:xfrm>
            <a:off x="2050772" y="1789764"/>
            <a:ext cx="13049076" cy="7845216"/>
            <a:chOff x="0" y="-268611"/>
            <a:chExt cx="17398768" cy="10460289"/>
          </a:xfrm>
        </p:grpSpPr>
        <p:grpSp>
          <p:nvGrpSpPr>
            <p:cNvPr id="118" name="Google Shape;118;p1"/>
            <p:cNvGrpSpPr/>
            <p:nvPr/>
          </p:nvGrpSpPr>
          <p:grpSpPr>
            <a:xfrm>
              <a:off x="0" y="-268611"/>
              <a:ext cx="17398768" cy="10460289"/>
              <a:chOff x="0" y="-28575"/>
              <a:chExt cx="1850890" cy="1112771"/>
            </a:xfrm>
          </p:grpSpPr>
          <p:sp>
            <p:nvSpPr>
              <p:cNvPr id="119" name="Google Shape;119;p1"/>
              <p:cNvSpPr/>
              <p:nvPr/>
            </p:nvSpPr>
            <p:spPr>
              <a:xfrm>
                <a:off x="0" y="0"/>
                <a:ext cx="1850890" cy="1084196"/>
              </a:xfrm>
              <a:custGeom>
                <a:avLst/>
                <a:gdLst/>
                <a:ahLst/>
                <a:cxnLst/>
                <a:rect l="l" t="t" r="r" b="b"/>
                <a:pathLst>
                  <a:path w="1850890" h="1084196" extrusionOk="0">
                    <a:moveTo>
                      <a:pt x="8899" y="0"/>
                    </a:moveTo>
                    <a:lnTo>
                      <a:pt x="1841991" y="0"/>
                    </a:lnTo>
                    <a:cubicBezTo>
                      <a:pt x="1846906" y="0"/>
                      <a:pt x="1850890" y="3984"/>
                      <a:pt x="1850890" y="8899"/>
                    </a:cubicBezTo>
                    <a:lnTo>
                      <a:pt x="1850890" y="1075297"/>
                    </a:lnTo>
                    <a:cubicBezTo>
                      <a:pt x="1850890" y="1080212"/>
                      <a:pt x="1846906" y="1084196"/>
                      <a:pt x="1841991" y="1084196"/>
                    </a:cubicBezTo>
                    <a:lnTo>
                      <a:pt x="8899" y="1084196"/>
                    </a:lnTo>
                    <a:cubicBezTo>
                      <a:pt x="3984" y="1084196"/>
                      <a:pt x="0" y="1080212"/>
                      <a:pt x="0" y="1075297"/>
                    </a:cubicBezTo>
                    <a:lnTo>
                      <a:pt x="0" y="8899"/>
                    </a:lnTo>
                    <a:cubicBezTo>
                      <a:pt x="0" y="3984"/>
                      <a:pt x="3984" y="0"/>
                      <a:pt x="889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120;p1"/>
              <p:cNvSpPr txBox="1"/>
              <p:nvPr/>
            </p:nvSpPr>
            <p:spPr>
              <a:xfrm>
                <a:off x="0" y="-28575"/>
                <a:ext cx="812800" cy="841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84950" tIns="84950" rIns="84950" bIns="849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121" name="Google Shape;121;p1"/>
            <p:cNvCxnSpPr/>
            <p:nvPr/>
          </p:nvCxnSpPr>
          <p:spPr>
            <a:xfrm>
              <a:off x="0" y="1535714"/>
              <a:ext cx="17398768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122" name="Google Shape;122;p1"/>
            <p:cNvGrpSpPr/>
            <p:nvPr/>
          </p:nvGrpSpPr>
          <p:grpSpPr>
            <a:xfrm>
              <a:off x="591941" y="436097"/>
              <a:ext cx="742660" cy="745989"/>
              <a:chOff x="1813" y="0"/>
              <a:chExt cx="809173" cy="812800"/>
            </a:xfrm>
          </p:grpSpPr>
          <p:sp>
            <p:nvSpPr>
              <p:cNvPr id="123" name="Google Shape;123;p1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27070"/>
              </a:solidFill>
              <a:ln w="66675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124;p1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84950" tIns="84950" rIns="84950" bIns="849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5" name="Google Shape;125;p1"/>
            <p:cNvGrpSpPr/>
            <p:nvPr/>
          </p:nvGrpSpPr>
          <p:grpSpPr>
            <a:xfrm>
              <a:off x="1594107" y="436097"/>
              <a:ext cx="742660" cy="745989"/>
              <a:chOff x="1813" y="0"/>
              <a:chExt cx="809173" cy="812800"/>
            </a:xfrm>
          </p:grpSpPr>
          <p:sp>
            <p:nvSpPr>
              <p:cNvPr id="126" name="Google Shape;126;p1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E593"/>
              </a:solidFill>
              <a:ln w="66675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Google Shape;127;p1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84950" tIns="84950" rIns="84950" bIns="849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8" name="Google Shape;128;p1"/>
            <p:cNvGrpSpPr/>
            <p:nvPr/>
          </p:nvGrpSpPr>
          <p:grpSpPr>
            <a:xfrm>
              <a:off x="2596272" y="436097"/>
              <a:ext cx="742660" cy="745989"/>
              <a:chOff x="1813" y="0"/>
              <a:chExt cx="809173" cy="812800"/>
            </a:xfrm>
          </p:grpSpPr>
          <p:sp>
            <p:nvSpPr>
              <p:cNvPr id="129" name="Google Shape;129;p1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7EDFBE"/>
              </a:solidFill>
              <a:ln w="66675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Google Shape;130;p1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84950" tIns="84950" rIns="84950" bIns="849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31" name="Google Shape;131;p1"/>
          <p:cNvGrpSpPr/>
          <p:nvPr/>
        </p:nvGrpSpPr>
        <p:grpSpPr>
          <a:xfrm>
            <a:off x="15378672" y="3522873"/>
            <a:ext cx="3348419" cy="3466137"/>
            <a:chOff x="0" y="-156957"/>
            <a:chExt cx="4464559" cy="4621517"/>
          </a:xfrm>
        </p:grpSpPr>
        <p:grpSp>
          <p:nvGrpSpPr>
            <p:cNvPr id="132" name="Google Shape;132;p1"/>
            <p:cNvGrpSpPr/>
            <p:nvPr/>
          </p:nvGrpSpPr>
          <p:grpSpPr>
            <a:xfrm>
              <a:off x="0" y="-156957"/>
              <a:ext cx="4464559" cy="4621517"/>
              <a:chOff x="0" y="-28575"/>
              <a:chExt cx="812800" cy="841375"/>
            </a:xfrm>
          </p:grpSpPr>
          <p:sp>
            <p:nvSpPr>
              <p:cNvPr id="133" name="Google Shape;133;p1"/>
              <p:cNvSpPr/>
              <p:nvPr/>
            </p:nvSpPr>
            <p:spPr>
              <a:xfrm>
                <a:off x="0" y="0"/>
                <a:ext cx="611009" cy="612825"/>
              </a:xfrm>
              <a:custGeom>
                <a:avLst/>
                <a:gdLst/>
                <a:ahLst/>
                <a:cxnLst/>
                <a:rect l="l" t="t" r="r" b="b"/>
                <a:pathLst>
                  <a:path w="611009" h="612825" extrusionOk="0">
                    <a:moveTo>
                      <a:pt x="95376" y="0"/>
                    </a:moveTo>
                    <a:lnTo>
                      <a:pt x="515633" y="0"/>
                    </a:lnTo>
                    <a:cubicBezTo>
                      <a:pt x="540928" y="0"/>
                      <a:pt x="565187" y="10049"/>
                      <a:pt x="583074" y="27935"/>
                    </a:cubicBezTo>
                    <a:cubicBezTo>
                      <a:pt x="600960" y="45822"/>
                      <a:pt x="611009" y="70081"/>
                      <a:pt x="611009" y="95376"/>
                    </a:cubicBezTo>
                    <a:lnTo>
                      <a:pt x="611009" y="517449"/>
                    </a:lnTo>
                    <a:cubicBezTo>
                      <a:pt x="611009" y="570124"/>
                      <a:pt x="568308" y="612825"/>
                      <a:pt x="515633" y="612825"/>
                    </a:cubicBezTo>
                    <a:lnTo>
                      <a:pt x="95376" y="612825"/>
                    </a:lnTo>
                    <a:cubicBezTo>
                      <a:pt x="70081" y="612825"/>
                      <a:pt x="45822" y="602776"/>
                      <a:pt x="27935" y="584890"/>
                    </a:cubicBezTo>
                    <a:cubicBezTo>
                      <a:pt x="10049" y="567003"/>
                      <a:pt x="0" y="542744"/>
                      <a:pt x="0" y="517449"/>
                    </a:cubicBezTo>
                    <a:lnTo>
                      <a:pt x="0" y="95376"/>
                    </a:lnTo>
                    <a:cubicBezTo>
                      <a:pt x="0" y="42701"/>
                      <a:pt x="42701" y="0"/>
                      <a:pt x="95376" y="0"/>
                    </a:cubicBezTo>
                    <a:close/>
                  </a:path>
                </a:pathLst>
              </a:custGeom>
              <a:solidFill>
                <a:srgbClr val="E1CB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Google Shape;134;p1"/>
              <p:cNvSpPr txBox="1"/>
              <p:nvPr/>
            </p:nvSpPr>
            <p:spPr>
              <a:xfrm>
                <a:off x="0" y="-28575"/>
                <a:ext cx="812800" cy="841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5" name="Google Shape;135;p1"/>
            <p:cNvGrpSpPr/>
            <p:nvPr/>
          </p:nvGrpSpPr>
          <p:grpSpPr>
            <a:xfrm>
              <a:off x="304207" y="176607"/>
              <a:ext cx="3655212" cy="3783716"/>
              <a:chOff x="0" y="-28575"/>
              <a:chExt cx="812800" cy="841375"/>
            </a:xfrm>
          </p:grpSpPr>
          <p:sp>
            <p:nvSpPr>
              <p:cNvPr id="136" name="Google Shape;136;p1"/>
              <p:cNvSpPr/>
              <p:nvPr/>
            </p:nvSpPr>
            <p:spPr>
              <a:xfrm>
                <a:off x="0" y="0"/>
                <a:ext cx="611009" cy="612825"/>
              </a:xfrm>
              <a:custGeom>
                <a:avLst/>
                <a:gdLst/>
                <a:ahLst/>
                <a:cxnLst/>
                <a:rect l="l" t="t" r="r" b="b"/>
                <a:pathLst>
                  <a:path w="611009" h="612825" extrusionOk="0">
                    <a:moveTo>
                      <a:pt x="86432" y="0"/>
                    </a:moveTo>
                    <a:lnTo>
                      <a:pt x="524577" y="0"/>
                    </a:lnTo>
                    <a:cubicBezTo>
                      <a:pt x="547500" y="0"/>
                      <a:pt x="569485" y="9106"/>
                      <a:pt x="585694" y="25315"/>
                    </a:cubicBezTo>
                    <a:cubicBezTo>
                      <a:pt x="601903" y="41524"/>
                      <a:pt x="611009" y="63509"/>
                      <a:pt x="611009" y="86432"/>
                    </a:cubicBezTo>
                    <a:lnTo>
                      <a:pt x="611009" y="526393"/>
                    </a:lnTo>
                    <a:cubicBezTo>
                      <a:pt x="611009" y="549317"/>
                      <a:pt x="601903" y="571301"/>
                      <a:pt x="585694" y="587510"/>
                    </a:cubicBezTo>
                    <a:cubicBezTo>
                      <a:pt x="569485" y="603719"/>
                      <a:pt x="547500" y="612825"/>
                      <a:pt x="524577" y="612825"/>
                    </a:cubicBezTo>
                    <a:lnTo>
                      <a:pt x="86432" y="612825"/>
                    </a:lnTo>
                    <a:cubicBezTo>
                      <a:pt x="63509" y="612825"/>
                      <a:pt x="41524" y="603719"/>
                      <a:pt x="25315" y="587510"/>
                    </a:cubicBezTo>
                    <a:cubicBezTo>
                      <a:pt x="9106" y="571301"/>
                      <a:pt x="0" y="549317"/>
                      <a:pt x="0" y="526393"/>
                    </a:cubicBezTo>
                    <a:lnTo>
                      <a:pt x="0" y="86432"/>
                    </a:lnTo>
                    <a:cubicBezTo>
                      <a:pt x="0" y="63509"/>
                      <a:pt x="9106" y="41524"/>
                      <a:pt x="25315" y="25315"/>
                    </a:cubicBezTo>
                    <a:cubicBezTo>
                      <a:pt x="41524" y="9106"/>
                      <a:pt x="63509" y="0"/>
                      <a:pt x="8643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Google Shape;137;p1"/>
              <p:cNvSpPr txBox="1"/>
              <p:nvPr/>
            </p:nvSpPr>
            <p:spPr>
              <a:xfrm>
                <a:off x="0" y="-28575"/>
                <a:ext cx="812800" cy="841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138" name="Google Shape;138;p1"/>
            <p:cNvPicPr preferRelativeResize="0"/>
            <p:nvPr/>
          </p:nvPicPr>
          <p:blipFill rotWithShape="1">
            <a:blip r:embed="rId4"/>
            <a:srcRect/>
            <a:stretch>
              <a:fillRect/>
            </a:stretch>
          </p:blipFill>
          <p:spPr>
            <a:xfrm>
              <a:off x="923145" y="928132"/>
              <a:ext cx="1509869" cy="150986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39" name="Google Shape;139;p1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 rot="-920830" flipH="1">
            <a:off x="12747999" y="4383247"/>
            <a:ext cx="1039823" cy="133000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0" name="Google Shape;140;p1"/>
          <p:cNvGrpSpPr/>
          <p:nvPr/>
        </p:nvGrpSpPr>
        <p:grpSpPr>
          <a:xfrm>
            <a:off x="2832056" y="4571897"/>
            <a:ext cx="11695725" cy="4177666"/>
            <a:chOff x="0" y="-9525"/>
            <a:chExt cx="15594300" cy="5570221"/>
          </a:xfrm>
        </p:grpSpPr>
        <p:sp>
          <p:nvSpPr>
            <p:cNvPr id="141" name="Google Shape;141;p1"/>
            <p:cNvSpPr txBox="1"/>
            <p:nvPr/>
          </p:nvSpPr>
          <p:spPr>
            <a:xfrm>
              <a:off x="0" y="1274296"/>
              <a:ext cx="15594300" cy="428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285" b="1" i="0" u="none" strike="noStrike" cap="none">
                  <a:solidFill>
                    <a:srgbClr val="FABD7C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Cute Interface Marketing Plan</a:t>
              </a:r>
              <a:endParaRPr>
                <a:solidFill>
                  <a:srgbClr val="FABD7C"/>
                </a:solidFill>
              </a:endParaRPr>
            </a:p>
          </p:txBody>
        </p:sp>
        <p:sp>
          <p:nvSpPr>
            <p:cNvPr id="142" name="Google Shape;142;p1"/>
            <p:cNvSpPr txBox="1"/>
            <p:nvPr/>
          </p:nvSpPr>
          <p:spPr>
            <a:xfrm>
              <a:off x="0" y="-9525"/>
              <a:ext cx="13011304" cy="873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300" b="1" i="0" u="none" strike="noStrike" cap="none">
                  <a:solidFill>
                    <a:srgbClr val="AC74F8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YOUR MARKETING PRESENTATION</a:t>
              </a:r>
            </a:p>
          </p:txBody>
        </p:sp>
      </p:grpSp>
      <p:grpSp>
        <p:nvGrpSpPr>
          <p:cNvPr id="143" name="Google Shape;143;p1"/>
          <p:cNvGrpSpPr/>
          <p:nvPr/>
        </p:nvGrpSpPr>
        <p:grpSpPr>
          <a:xfrm rot="-1800674">
            <a:off x="570746" y="7276838"/>
            <a:ext cx="1911427" cy="1911427"/>
            <a:chOff x="0" y="0"/>
            <a:chExt cx="2548569" cy="2548569"/>
          </a:xfrm>
        </p:grpSpPr>
        <p:grpSp>
          <p:nvGrpSpPr>
            <p:cNvPr id="144" name="Google Shape;144;p1"/>
            <p:cNvGrpSpPr/>
            <p:nvPr/>
          </p:nvGrpSpPr>
          <p:grpSpPr>
            <a:xfrm>
              <a:off x="0" y="0"/>
              <a:ext cx="2548569" cy="2548569"/>
              <a:chOff x="0" y="0"/>
              <a:chExt cx="812800" cy="812800"/>
            </a:xfrm>
          </p:grpSpPr>
          <p:sp>
            <p:nvSpPr>
              <p:cNvPr id="145" name="Google Shape;145;p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630849" y="0"/>
                      <a:pt x="812800" y="181951"/>
                      <a:pt x="812800" y="406400"/>
                    </a:cubicBezTo>
                    <a:cubicBezTo>
                      <a:pt x="812800" y="630849"/>
                      <a:pt x="630849" y="812800"/>
                      <a:pt x="406400" y="812800"/>
                    </a:cubicBezTo>
                    <a:cubicBezTo>
                      <a:pt x="181951" y="812800"/>
                      <a:pt x="0" y="630849"/>
                      <a:pt x="0" y="406400"/>
                    </a:cubicBezTo>
                    <a:cubicBezTo>
                      <a:pt x="0" y="181951"/>
                      <a:pt x="181951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EEBD4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1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7" name="Google Shape;147;p1"/>
            <p:cNvGrpSpPr/>
            <p:nvPr/>
          </p:nvGrpSpPr>
          <p:grpSpPr>
            <a:xfrm>
              <a:off x="534288" y="662269"/>
              <a:ext cx="1437595" cy="1209959"/>
              <a:chOff x="-33680" y="-8369"/>
              <a:chExt cx="854946" cy="719569"/>
            </a:xfrm>
          </p:grpSpPr>
          <p:sp>
            <p:nvSpPr>
              <p:cNvPr id="148" name="Google Shape;148;p1"/>
              <p:cNvSpPr/>
              <p:nvPr/>
            </p:nvSpPr>
            <p:spPr>
              <a:xfrm>
                <a:off x="-33680" y="-8369"/>
                <a:ext cx="854946" cy="719569"/>
              </a:xfrm>
              <a:custGeom>
                <a:avLst/>
                <a:gdLst/>
                <a:ahLst/>
                <a:cxnLst/>
                <a:rect l="l" t="t" r="r" b="b"/>
                <a:pathLst>
                  <a:path w="854946" h="719569" extrusionOk="0">
                    <a:moveTo>
                      <a:pt x="65903" y="121927"/>
                    </a:moveTo>
                    <a:cubicBezTo>
                      <a:pt x="0" y="230500"/>
                      <a:pt x="46429" y="336178"/>
                      <a:pt x="104776" y="392266"/>
                    </a:cubicBezTo>
                    <a:lnTo>
                      <a:pt x="445927" y="719569"/>
                    </a:lnTo>
                    <a:lnTo>
                      <a:pt x="779877" y="393436"/>
                    </a:lnTo>
                    <a:cubicBezTo>
                      <a:pt x="834145" y="333099"/>
                      <a:pt x="854946" y="269099"/>
                      <a:pt x="843393" y="197834"/>
                    </a:cubicBezTo>
                    <a:cubicBezTo>
                      <a:pt x="827435" y="99251"/>
                      <a:pt x="746197" y="22767"/>
                      <a:pt x="645842" y="11845"/>
                    </a:cubicBezTo>
                    <a:cubicBezTo>
                      <a:pt x="584292" y="5218"/>
                      <a:pt x="524835" y="22636"/>
                      <a:pt x="478430" y="61198"/>
                    </a:cubicBezTo>
                    <a:cubicBezTo>
                      <a:pt x="465940" y="71573"/>
                      <a:pt x="454776" y="83173"/>
                      <a:pt x="445047" y="95780"/>
                    </a:cubicBezTo>
                    <a:cubicBezTo>
                      <a:pt x="433503" y="81425"/>
                      <a:pt x="419967" y="68294"/>
                      <a:pt x="404657" y="56657"/>
                    </a:cubicBezTo>
                    <a:cubicBezTo>
                      <a:pt x="351294" y="16102"/>
                      <a:pt x="283367" y="0"/>
                      <a:pt x="218120" y="12523"/>
                    </a:cubicBezTo>
                    <a:cubicBezTo>
                      <a:pt x="156323" y="24461"/>
                      <a:pt x="100853" y="64323"/>
                      <a:pt x="65903" y="121927"/>
                    </a:cubicBezTo>
                    <a:close/>
                  </a:path>
                </a:pathLst>
              </a:custGeom>
              <a:solidFill>
                <a:srgbClr val="DDFAE2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Google Shape;149;p1"/>
              <p:cNvSpPr txBox="1"/>
              <p:nvPr/>
            </p:nvSpPr>
            <p:spPr>
              <a:xfrm>
                <a:off x="76200" y="22225"/>
                <a:ext cx="660400" cy="561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7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" name="Google Shape;154;p2"/>
          <p:cNvGrpSpPr/>
          <p:nvPr/>
        </p:nvGrpSpPr>
        <p:grpSpPr>
          <a:xfrm>
            <a:off x="-218317" y="-2912955"/>
            <a:ext cx="18743684" cy="18738744"/>
            <a:chOff x="0" y="0"/>
            <a:chExt cx="24991578" cy="24984992"/>
          </a:xfrm>
        </p:grpSpPr>
        <p:pic>
          <p:nvPicPr>
            <p:cNvPr id="155" name="Google Shape;155;p2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6" name="Google Shape;156;p2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7" name="Google Shape;157;p2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8" name="Google Shape;158;p2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9" name="Google Shape;159;p2"/>
          <p:cNvGrpSpPr/>
          <p:nvPr/>
        </p:nvGrpSpPr>
        <p:grpSpPr>
          <a:xfrm>
            <a:off x="460010" y="4370917"/>
            <a:ext cx="17368069" cy="5931862"/>
            <a:chOff x="460010" y="4370917"/>
            <a:chExt cx="17368069" cy="5931862"/>
          </a:xfrm>
        </p:grpSpPr>
        <p:grpSp>
          <p:nvGrpSpPr>
            <p:cNvPr id="160" name="Google Shape;160;p2"/>
            <p:cNvGrpSpPr/>
            <p:nvPr/>
          </p:nvGrpSpPr>
          <p:grpSpPr>
            <a:xfrm>
              <a:off x="460010" y="4370917"/>
              <a:ext cx="17368069" cy="5931862"/>
              <a:chOff x="0" y="-28575"/>
              <a:chExt cx="2463486" cy="841375"/>
            </a:xfrm>
          </p:grpSpPr>
          <p:sp>
            <p:nvSpPr>
              <p:cNvPr id="161" name="Google Shape;161;p2"/>
              <p:cNvSpPr/>
              <p:nvPr/>
            </p:nvSpPr>
            <p:spPr>
              <a:xfrm>
                <a:off x="0" y="0"/>
                <a:ext cx="2463486" cy="754870"/>
              </a:xfrm>
              <a:custGeom>
                <a:avLst/>
                <a:gdLst/>
                <a:ahLst/>
                <a:cxnLst/>
                <a:rect l="l" t="t" r="r" b="b"/>
                <a:pathLst>
                  <a:path w="2463486" h="754870" extrusionOk="0">
                    <a:moveTo>
                      <a:pt x="6686" y="0"/>
                    </a:moveTo>
                    <a:lnTo>
                      <a:pt x="2456800" y="0"/>
                    </a:lnTo>
                    <a:cubicBezTo>
                      <a:pt x="2460493" y="0"/>
                      <a:pt x="2463486" y="2994"/>
                      <a:pt x="2463486" y="6686"/>
                    </a:cubicBezTo>
                    <a:lnTo>
                      <a:pt x="2463486" y="748184"/>
                    </a:lnTo>
                    <a:cubicBezTo>
                      <a:pt x="2463486" y="751877"/>
                      <a:pt x="2460493" y="754870"/>
                      <a:pt x="2456800" y="754870"/>
                    </a:cubicBezTo>
                    <a:lnTo>
                      <a:pt x="6686" y="754870"/>
                    </a:lnTo>
                    <a:cubicBezTo>
                      <a:pt x="2994" y="754870"/>
                      <a:pt x="0" y="751877"/>
                      <a:pt x="0" y="748184"/>
                    </a:cubicBezTo>
                    <a:lnTo>
                      <a:pt x="0" y="6686"/>
                    </a:lnTo>
                    <a:cubicBezTo>
                      <a:pt x="0" y="2994"/>
                      <a:pt x="2994" y="0"/>
                      <a:pt x="6686" y="0"/>
                    </a:cubicBezTo>
                    <a:close/>
                  </a:path>
                </a:pathLst>
              </a:custGeom>
              <a:solidFill>
                <a:srgbClr val="FEEBD4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Google Shape;162;p2"/>
              <p:cNvSpPr txBox="1"/>
              <p:nvPr/>
            </p:nvSpPr>
            <p:spPr>
              <a:xfrm>
                <a:off x="0" y="-28575"/>
                <a:ext cx="812800" cy="841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84950" tIns="84950" rIns="84950" bIns="849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3" name="Google Shape;163;p2"/>
            <p:cNvSpPr/>
            <p:nvPr/>
          </p:nvSpPr>
          <p:spPr>
            <a:xfrm>
              <a:off x="494875" y="5479050"/>
              <a:ext cx="17299360" cy="4372771"/>
            </a:xfrm>
            <a:custGeom>
              <a:avLst/>
              <a:gdLst/>
              <a:ahLst/>
              <a:cxnLst/>
              <a:rect l="l" t="t" r="r" b="b"/>
              <a:pathLst>
                <a:path w="4531594" h="1140227" extrusionOk="0">
                  <a:moveTo>
                    <a:pt x="0" y="0"/>
                  </a:moveTo>
                  <a:lnTo>
                    <a:pt x="4531594" y="0"/>
                  </a:lnTo>
                  <a:lnTo>
                    <a:pt x="4531594" y="1140227"/>
                  </a:lnTo>
                  <a:lnTo>
                    <a:pt x="0" y="114022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cxnSp>
          <p:nvCxnSpPr>
            <p:cNvPr id="164" name="Google Shape;164;p2"/>
            <p:cNvCxnSpPr/>
            <p:nvPr/>
          </p:nvCxnSpPr>
          <p:spPr>
            <a:xfrm rot="-5400000">
              <a:off x="9818375" y="7648646"/>
              <a:ext cx="4415175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65" name="Google Shape;165;p2"/>
            <p:cNvCxnSpPr/>
            <p:nvPr/>
          </p:nvCxnSpPr>
          <p:spPr>
            <a:xfrm rot="-5400000">
              <a:off x="4054449" y="7648646"/>
              <a:ext cx="4415175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66" name="Google Shape;166;p2"/>
            <p:cNvCxnSpPr/>
            <p:nvPr/>
          </p:nvCxnSpPr>
          <p:spPr>
            <a:xfrm>
              <a:off x="460010" y="5443428"/>
              <a:ext cx="17367900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67" name="Google Shape;167;p2"/>
          <p:cNvGrpSpPr/>
          <p:nvPr/>
        </p:nvGrpSpPr>
        <p:grpSpPr>
          <a:xfrm>
            <a:off x="12346260" y="6155328"/>
            <a:ext cx="5141250" cy="2778759"/>
            <a:chOff x="0" y="38100"/>
            <a:chExt cx="6855000" cy="3705012"/>
          </a:xfrm>
        </p:grpSpPr>
        <p:sp>
          <p:nvSpPr>
            <p:cNvPr id="168" name="Google Shape;168;p2"/>
            <p:cNvSpPr txBox="1"/>
            <p:nvPr/>
          </p:nvSpPr>
          <p:spPr>
            <a:xfrm>
              <a:off x="0" y="1526712"/>
              <a:ext cx="6855000" cy="221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Click on the "Canva" button under</a:t>
              </a: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this presentation preview. </a:t>
              </a: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Start editing your presentation.</a:t>
              </a: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You need to sign in to your</a:t>
              </a: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Canva account.</a:t>
              </a:r>
            </a:p>
          </p:txBody>
        </p:sp>
        <p:sp>
          <p:nvSpPr>
            <p:cNvPr id="169" name="Google Shape;169;p2"/>
            <p:cNvSpPr txBox="1"/>
            <p:nvPr/>
          </p:nvSpPr>
          <p:spPr>
            <a:xfrm>
              <a:off x="0" y="38100"/>
              <a:ext cx="6855000" cy="82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 b="1" i="0" u="none" strike="noStrike" cap="none">
                  <a:solidFill>
                    <a:srgbClr val="FDA3E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Canva</a:t>
              </a:r>
            </a:p>
          </p:txBody>
        </p:sp>
      </p:grpSp>
      <p:grpSp>
        <p:nvGrpSpPr>
          <p:cNvPr id="170" name="Google Shape;170;p2"/>
          <p:cNvGrpSpPr/>
          <p:nvPr/>
        </p:nvGrpSpPr>
        <p:grpSpPr>
          <a:xfrm>
            <a:off x="1028700" y="752475"/>
            <a:ext cx="9884077" cy="4374177"/>
            <a:chOff x="1028700" y="752475"/>
            <a:chExt cx="9884077" cy="4374177"/>
          </a:xfrm>
        </p:grpSpPr>
        <p:sp>
          <p:nvSpPr>
            <p:cNvPr id="171" name="Google Shape;171;p2"/>
            <p:cNvSpPr/>
            <p:nvPr/>
          </p:nvSpPr>
          <p:spPr>
            <a:xfrm>
              <a:off x="1028700" y="752475"/>
              <a:ext cx="9884077" cy="4374177"/>
            </a:xfrm>
            <a:custGeom>
              <a:avLst/>
              <a:gdLst/>
              <a:ahLst/>
              <a:cxnLst/>
              <a:rect l="l" t="t" r="r" b="b"/>
              <a:pathLst>
                <a:path w="1401957" h="620433" extrusionOk="0">
                  <a:moveTo>
                    <a:pt x="14452" y="0"/>
                  </a:moveTo>
                  <a:lnTo>
                    <a:pt x="1387504" y="0"/>
                  </a:lnTo>
                  <a:cubicBezTo>
                    <a:pt x="1391337" y="0"/>
                    <a:pt x="1395013" y="1523"/>
                    <a:pt x="1397724" y="4233"/>
                  </a:cubicBezTo>
                  <a:cubicBezTo>
                    <a:pt x="1400434" y="6943"/>
                    <a:pt x="1401957" y="10619"/>
                    <a:pt x="1401957" y="14452"/>
                  </a:cubicBezTo>
                  <a:lnTo>
                    <a:pt x="1401957" y="605981"/>
                  </a:lnTo>
                  <a:cubicBezTo>
                    <a:pt x="1401957" y="613962"/>
                    <a:pt x="1395486" y="620433"/>
                    <a:pt x="1387504" y="620433"/>
                  </a:cubicBezTo>
                  <a:lnTo>
                    <a:pt x="14452" y="620433"/>
                  </a:lnTo>
                  <a:cubicBezTo>
                    <a:pt x="6471" y="620433"/>
                    <a:pt x="0" y="613962"/>
                    <a:pt x="0" y="605981"/>
                  </a:cubicBezTo>
                  <a:lnTo>
                    <a:pt x="0" y="14452"/>
                  </a:lnTo>
                  <a:cubicBezTo>
                    <a:pt x="0" y="6471"/>
                    <a:pt x="6471" y="0"/>
                    <a:pt x="14452" y="0"/>
                  </a:cubicBezTo>
                  <a:close/>
                </a:path>
              </a:pathLst>
            </a:custGeom>
            <a:solidFill>
              <a:srgbClr val="F4FFBF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2" name="Google Shape;172;p2"/>
            <p:cNvGrpSpPr/>
            <p:nvPr/>
          </p:nvGrpSpPr>
          <p:grpSpPr>
            <a:xfrm>
              <a:off x="1108925" y="1508975"/>
              <a:ext cx="9722004" cy="3544085"/>
              <a:chOff x="0" y="-28575"/>
              <a:chExt cx="2560511" cy="921547"/>
            </a:xfrm>
          </p:grpSpPr>
          <p:sp>
            <p:nvSpPr>
              <p:cNvPr id="173" name="Google Shape;173;p2"/>
              <p:cNvSpPr/>
              <p:nvPr/>
            </p:nvSpPr>
            <p:spPr>
              <a:xfrm>
                <a:off x="0" y="0"/>
                <a:ext cx="2560511" cy="892972"/>
              </a:xfrm>
              <a:custGeom>
                <a:avLst/>
                <a:gdLst/>
                <a:ahLst/>
                <a:cxnLst/>
                <a:rect l="l" t="t" r="r" b="b"/>
                <a:pathLst>
                  <a:path w="2560511" h="892972" extrusionOk="0">
                    <a:moveTo>
                      <a:pt x="0" y="0"/>
                    </a:moveTo>
                    <a:lnTo>
                      <a:pt x="2560511" y="0"/>
                    </a:lnTo>
                    <a:lnTo>
                      <a:pt x="2560511" y="892972"/>
                    </a:lnTo>
                    <a:lnTo>
                      <a:pt x="0" y="89297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74" name="Google Shape;174;p2"/>
              <p:cNvSpPr txBox="1"/>
              <p:nvPr/>
            </p:nvSpPr>
            <p:spPr>
              <a:xfrm>
                <a:off x="0" y="-28575"/>
                <a:ext cx="812800" cy="841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1275" tIns="41275" rIns="41275" bIns="41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175" name="Google Shape;175;p2"/>
            <p:cNvCxnSpPr/>
            <p:nvPr/>
          </p:nvCxnSpPr>
          <p:spPr>
            <a:xfrm>
              <a:off x="1028700" y="1583467"/>
              <a:ext cx="9884022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176" name="Google Shape;176;p2"/>
            <p:cNvGrpSpPr/>
            <p:nvPr/>
          </p:nvGrpSpPr>
          <p:grpSpPr>
            <a:xfrm>
              <a:off x="8624407" y="986772"/>
              <a:ext cx="1862761" cy="356827"/>
              <a:chOff x="8624407" y="986772"/>
              <a:chExt cx="1862761" cy="356827"/>
            </a:xfrm>
          </p:grpSpPr>
          <p:cxnSp>
            <p:nvCxnSpPr>
              <p:cNvPr id="177" name="Google Shape;177;p2"/>
              <p:cNvCxnSpPr/>
              <p:nvPr/>
            </p:nvCxnSpPr>
            <p:spPr>
              <a:xfrm>
                <a:off x="8624407" y="1168703"/>
                <a:ext cx="487500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78" name="Google Shape;178;p2"/>
              <p:cNvCxnSpPr/>
              <p:nvPr/>
            </p:nvCxnSpPr>
            <p:spPr>
              <a:xfrm rot="2700000">
                <a:off x="10070961" y="1168644"/>
                <a:ext cx="487479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79" name="Google Shape;179;p2"/>
              <p:cNvCxnSpPr/>
              <p:nvPr/>
            </p:nvCxnSpPr>
            <p:spPr>
              <a:xfrm rot="8100000">
                <a:off x="10071078" y="1168644"/>
                <a:ext cx="487479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grpSp>
            <p:nvGrpSpPr>
              <p:cNvPr id="180" name="Google Shape;180;p2"/>
              <p:cNvGrpSpPr/>
              <p:nvPr/>
            </p:nvGrpSpPr>
            <p:grpSpPr>
              <a:xfrm>
                <a:off x="9439750" y="986772"/>
                <a:ext cx="344708" cy="356827"/>
                <a:chOff x="0" y="-28575"/>
                <a:chExt cx="812800" cy="841375"/>
              </a:xfrm>
            </p:grpSpPr>
            <p:sp>
              <p:nvSpPr>
                <p:cNvPr id="181" name="Google Shape;181;p2"/>
                <p:cNvSpPr/>
                <p:nvPr/>
              </p:nvSpPr>
              <p:spPr>
                <a:xfrm>
                  <a:off x="0" y="0"/>
                  <a:ext cx="812800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 extrusionOk="0">
                      <a:moveTo>
                        <a:pt x="0" y="0"/>
                      </a:moveTo>
                      <a:lnTo>
                        <a:pt x="812800" y="0"/>
                      </a:lnTo>
                      <a:lnTo>
                        <a:pt x="812800" y="812800"/>
                      </a:lnTo>
                      <a:lnTo>
                        <a:pt x="0" y="812800"/>
                      </a:lnTo>
                      <a:close/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w="76200" cap="flat" cmpd="sng">
                  <a:solidFill>
                    <a:srgbClr val="AC74F8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sp>
            <p:sp>
              <p:nvSpPr>
                <p:cNvPr id="182" name="Google Shape;182;p2"/>
                <p:cNvSpPr txBox="1"/>
                <p:nvPr/>
              </p:nvSpPr>
              <p:spPr>
                <a:xfrm>
                  <a:off x="0" y="-28575"/>
                  <a:ext cx="812800" cy="8413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50800" tIns="50800" rIns="50800" bIns="508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81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183" name="Google Shape;183;p2"/>
          <p:cNvSpPr txBox="1"/>
          <p:nvPr/>
        </p:nvSpPr>
        <p:spPr>
          <a:xfrm>
            <a:off x="1454180" y="2270725"/>
            <a:ext cx="9033000" cy="22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0" b="1" i="0" u="none" strike="noStrike" cap="none">
                <a:solidFill>
                  <a:srgbClr val="7EDFBE"/>
                </a:solidFill>
                <a:latin typeface="Josefin Sans"/>
                <a:ea typeface="Josefin Sans"/>
                <a:cs typeface="Josefin Sans"/>
                <a:sym typeface="Josefin Sans"/>
              </a:rPr>
              <a:t>How to Use This Presentation</a:t>
            </a:r>
          </a:p>
        </p:txBody>
      </p:sp>
      <p:grpSp>
        <p:nvGrpSpPr>
          <p:cNvPr id="184" name="Google Shape;184;p2"/>
          <p:cNvGrpSpPr/>
          <p:nvPr/>
        </p:nvGrpSpPr>
        <p:grpSpPr>
          <a:xfrm>
            <a:off x="796885" y="6155328"/>
            <a:ext cx="5141250" cy="3111309"/>
            <a:chOff x="0" y="38100"/>
            <a:chExt cx="6855000" cy="4148412"/>
          </a:xfrm>
        </p:grpSpPr>
        <p:sp>
          <p:nvSpPr>
            <p:cNvPr id="185" name="Google Shape;185;p2"/>
            <p:cNvSpPr txBox="1"/>
            <p:nvPr/>
          </p:nvSpPr>
          <p:spPr>
            <a:xfrm>
              <a:off x="0" y="1526712"/>
              <a:ext cx="6855000" cy="265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Click on the "Google Slides" button</a:t>
              </a: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below this presentation preview. </a:t>
              </a: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Click on "Make a copy."</a:t>
              </a: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Start editing your presentation.</a:t>
              </a: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You need to sign in to your</a:t>
              </a: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Google account.</a:t>
              </a:r>
            </a:p>
          </p:txBody>
        </p:sp>
        <p:sp>
          <p:nvSpPr>
            <p:cNvPr id="186" name="Google Shape;186;p2"/>
            <p:cNvSpPr txBox="1"/>
            <p:nvPr/>
          </p:nvSpPr>
          <p:spPr>
            <a:xfrm>
              <a:off x="0" y="38100"/>
              <a:ext cx="6855000" cy="77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 b="1" i="0" u="none" strike="noStrike" cap="none">
                  <a:solidFill>
                    <a:srgbClr val="FDA3E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Google Slides</a:t>
              </a:r>
            </a:p>
          </p:txBody>
        </p:sp>
      </p:grpSp>
      <p:grpSp>
        <p:nvGrpSpPr>
          <p:cNvPr id="187" name="Google Shape;187;p2"/>
          <p:cNvGrpSpPr/>
          <p:nvPr/>
        </p:nvGrpSpPr>
        <p:grpSpPr>
          <a:xfrm>
            <a:off x="6573349" y="6155328"/>
            <a:ext cx="5141301" cy="3111309"/>
            <a:chOff x="0" y="38100"/>
            <a:chExt cx="6855068" cy="4148412"/>
          </a:xfrm>
        </p:grpSpPr>
        <p:sp>
          <p:nvSpPr>
            <p:cNvPr id="188" name="Google Shape;188;p2"/>
            <p:cNvSpPr txBox="1"/>
            <p:nvPr/>
          </p:nvSpPr>
          <p:spPr>
            <a:xfrm>
              <a:off x="0" y="1526712"/>
              <a:ext cx="6855000" cy="265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Click on the "PowerPoint" button</a:t>
              </a: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below this presentation preview. </a:t>
              </a: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Start editing your presentation.</a:t>
              </a: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Download and install the fonts</a:t>
              </a: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used in this presentation as</a:t>
              </a: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listed on the next page.</a:t>
              </a:r>
            </a:p>
          </p:txBody>
        </p:sp>
        <p:sp>
          <p:nvSpPr>
            <p:cNvPr id="189" name="Google Shape;189;p2"/>
            <p:cNvSpPr txBox="1"/>
            <p:nvPr/>
          </p:nvSpPr>
          <p:spPr>
            <a:xfrm>
              <a:off x="0" y="38100"/>
              <a:ext cx="6855068" cy="77385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 b="1" i="0" u="none" strike="noStrike" cap="none">
                  <a:solidFill>
                    <a:srgbClr val="FDA3E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PowerPoint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7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" name="Google Shape;194;p3"/>
          <p:cNvGrpSpPr/>
          <p:nvPr/>
        </p:nvGrpSpPr>
        <p:grpSpPr>
          <a:xfrm>
            <a:off x="-218317" y="-2912955"/>
            <a:ext cx="18743683" cy="18738744"/>
            <a:chOff x="0" y="0"/>
            <a:chExt cx="24991578" cy="24984992"/>
          </a:xfrm>
        </p:grpSpPr>
        <p:pic>
          <p:nvPicPr>
            <p:cNvPr id="195" name="Google Shape;195;p3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6" name="Google Shape;196;p3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7" name="Google Shape;197;p3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8" name="Google Shape;198;p3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9" name="Google Shape;199;p3"/>
          <p:cNvGrpSpPr/>
          <p:nvPr/>
        </p:nvGrpSpPr>
        <p:grpSpPr>
          <a:xfrm>
            <a:off x="1402272" y="1095975"/>
            <a:ext cx="15483431" cy="8095032"/>
            <a:chOff x="1402272" y="1095975"/>
            <a:chExt cx="15483431" cy="8095032"/>
          </a:xfrm>
        </p:grpSpPr>
        <p:sp>
          <p:nvSpPr>
            <p:cNvPr id="200" name="Google Shape;200;p3"/>
            <p:cNvSpPr/>
            <p:nvPr/>
          </p:nvSpPr>
          <p:spPr>
            <a:xfrm>
              <a:off x="1402272" y="1095975"/>
              <a:ext cx="15483431" cy="8095032"/>
            </a:xfrm>
            <a:custGeom>
              <a:avLst/>
              <a:gdLst/>
              <a:ahLst/>
              <a:cxnLst/>
              <a:rect l="l" t="t" r="r" b="b"/>
              <a:pathLst>
                <a:path w="1878436" h="982082" extrusionOk="0">
                  <a:moveTo>
                    <a:pt x="7500" y="0"/>
                  </a:moveTo>
                  <a:lnTo>
                    <a:pt x="1870936" y="0"/>
                  </a:lnTo>
                  <a:cubicBezTo>
                    <a:pt x="1872925" y="0"/>
                    <a:pt x="1874832" y="790"/>
                    <a:pt x="1876239" y="2197"/>
                  </a:cubicBezTo>
                  <a:cubicBezTo>
                    <a:pt x="1877645" y="3603"/>
                    <a:pt x="1878436" y="5511"/>
                    <a:pt x="1878436" y="7500"/>
                  </a:cubicBezTo>
                  <a:lnTo>
                    <a:pt x="1878436" y="974582"/>
                  </a:lnTo>
                  <a:cubicBezTo>
                    <a:pt x="1878436" y="976571"/>
                    <a:pt x="1877645" y="978479"/>
                    <a:pt x="1876239" y="979886"/>
                  </a:cubicBezTo>
                  <a:cubicBezTo>
                    <a:pt x="1874832" y="981292"/>
                    <a:pt x="1872925" y="982082"/>
                    <a:pt x="1870936" y="982082"/>
                  </a:cubicBezTo>
                  <a:lnTo>
                    <a:pt x="7500" y="982082"/>
                  </a:lnTo>
                  <a:cubicBezTo>
                    <a:pt x="5511" y="982082"/>
                    <a:pt x="3603" y="981292"/>
                    <a:pt x="2197" y="979886"/>
                  </a:cubicBezTo>
                  <a:cubicBezTo>
                    <a:pt x="790" y="978479"/>
                    <a:pt x="0" y="976571"/>
                    <a:pt x="0" y="974582"/>
                  </a:cubicBezTo>
                  <a:lnTo>
                    <a:pt x="0" y="7500"/>
                  </a:lnTo>
                  <a:cubicBezTo>
                    <a:pt x="0" y="5511"/>
                    <a:pt x="790" y="3603"/>
                    <a:pt x="2197" y="2197"/>
                  </a:cubicBezTo>
                  <a:cubicBezTo>
                    <a:pt x="3603" y="790"/>
                    <a:pt x="5511" y="0"/>
                    <a:pt x="7500" y="0"/>
                  </a:cubicBezTo>
                  <a:close/>
                </a:path>
              </a:pathLst>
            </a:custGeom>
            <a:solidFill>
              <a:srgbClr val="FFFFFF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01" name="Google Shape;201;p3"/>
            <p:cNvCxnSpPr/>
            <p:nvPr/>
          </p:nvCxnSpPr>
          <p:spPr>
            <a:xfrm>
              <a:off x="1402272" y="2449037"/>
              <a:ext cx="15483375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202" name="Google Shape;202;p3"/>
            <p:cNvGrpSpPr/>
            <p:nvPr/>
          </p:nvGrpSpPr>
          <p:grpSpPr>
            <a:xfrm>
              <a:off x="1899997" y="1469483"/>
              <a:ext cx="720730" cy="723961"/>
              <a:chOff x="1813" y="0"/>
              <a:chExt cx="809173" cy="812800"/>
            </a:xfrm>
          </p:grpSpPr>
          <p:sp>
            <p:nvSpPr>
              <p:cNvPr id="203" name="Google Shape;203;p3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27070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Google Shape;204;p3"/>
              <p:cNvSpPr txBox="1"/>
              <p:nvPr/>
            </p:nvSpPr>
            <p:spPr>
              <a:xfrm>
                <a:off x="76200" y="47625"/>
                <a:ext cx="660300" cy="68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9325" tIns="99325" rIns="99325" bIns="993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5" name="Google Shape;205;p3"/>
            <p:cNvGrpSpPr/>
            <p:nvPr/>
          </p:nvGrpSpPr>
          <p:grpSpPr>
            <a:xfrm>
              <a:off x="2847197" y="1469483"/>
              <a:ext cx="720730" cy="723961"/>
              <a:chOff x="1813" y="0"/>
              <a:chExt cx="809173" cy="812800"/>
            </a:xfrm>
          </p:grpSpPr>
          <p:sp>
            <p:nvSpPr>
              <p:cNvPr id="206" name="Google Shape;206;p3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E593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07;p3"/>
              <p:cNvSpPr txBox="1"/>
              <p:nvPr/>
            </p:nvSpPr>
            <p:spPr>
              <a:xfrm>
                <a:off x="76200" y="47625"/>
                <a:ext cx="660300" cy="68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9325" tIns="99325" rIns="99325" bIns="993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8" name="Google Shape;208;p3"/>
            <p:cNvGrpSpPr/>
            <p:nvPr/>
          </p:nvGrpSpPr>
          <p:grpSpPr>
            <a:xfrm>
              <a:off x="3794396" y="1469483"/>
              <a:ext cx="720730" cy="723961"/>
              <a:chOff x="1813" y="0"/>
              <a:chExt cx="809173" cy="812800"/>
            </a:xfrm>
          </p:grpSpPr>
          <p:sp>
            <p:nvSpPr>
              <p:cNvPr id="209" name="Google Shape;209;p3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7EDFBE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Google Shape;210;p3"/>
              <p:cNvSpPr txBox="1"/>
              <p:nvPr/>
            </p:nvSpPr>
            <p:spPr>
              <a:xfrm>
                <a:off x="76200" y="47625"/>
                <a:ext cx="660300" cy="68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9325" tIns="99325" rIns="99325" bIns="993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11" name="Google Shape;211;p3"/>
            <p:cNvSpPr txBox="1"/>
            <p:nvPr/>
          </p:nvSpPr>
          <p:spPr>
            <a:xfrm>
              <a:off x="4947031" y="1388173"/>
              <a:ext cx="8667600" cy="84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500" b="1" i="0" u="none" strike="noStrike" cap="none">
                  <a:solidFill>
                    <a:srgbClr val="AC74F8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Add an Agenda Page</a:t>
              </a:r>
            </a:p>
          </p:txBody>
        </p:sp>
      </p:grpSp>
      <p:sp>
        <p:nvSpPr>
          <p:cNvPr id="212" name="Google Shape;212;p3"/>
          <p:cNvSpPr/>
          <p:nvPr/>
        </p:nvSpPr>
        <p:spPr>
          <a:xfrm>
            <a:off x="1900000" y="3429000"/>
            <a:ext cx="6096093" cy="4791523"/>
          </a:xfrm>
          <a:custGeom>
            <a:avLst/>
            <a:gdLst/>
            <a:ahLst/>
            <a:cxnLst/>
            <a:rect l="l" t="t" r="r" b="b"/>
            <a:pathLst>
              <a:path w="1622380" h="1275189" extrusionOk="0">
                <a:moveTo>
                  <a:pt x="0" y="0"/>
                </a:moveTo>
                <a:lnTo>
                  <a:pt x="1622380" y="0"/>
                </a:lnTo>
                <a:lnTo>
                  <a:pt x="1622380" y="1275189"/>
                </a:lnTo>
                <a:lnTo>
                  <a:pt x="0" y="1275189"/>
                </a:lnTo>
                <a:close/>
              </a:path>
            </a:pathLst>
          </a:custGeom>
          <a:solidFill>
            <a:srgbClr val="FFFFFF"/>
          </a:solidFill>
          <a:ln w="76200" cap="flat" cmpd="sng">
            <a:solidFill>
              <a:srgbClr val="AC74F8"/>
            </a:solidFill>
            <a:prstDash val="solid"/>
            <a:round/>
            <a:headEnd type="none" w="sm" len="sm"/>
            <a:tailEnd type="none" w="sm" len="sm"/>
          </a:ln>
        </p:spPr>
      </p:sp>
      <p:pic>
        <p:nvPicPr>
          <p:cNvPr id="213" name="Google Shape;213;p3"/>
          <p:cNvPicPr preferRelativeResize="0"/>
          <p:nvPr/>
        </p:nvPicPr>
        <p:blipFill rotWithShape="1">
          <a:blip r:embed="rId4"/>
          <a:srcRect l="10618" t="32634" r="7484" b="24681"/>
          <a:stretch>
            <a:fillRect/>
          </a:stretch>
        </p:blipFill>
        <p:spPr>
          <a:xfrm>
            <a:off x="1945384" y="3478300"/>
            <a:ext cx="6003293" cy="46931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4" name="Google Shape;214;p3"/>
          <p:cNvGrpSpPr/>
          <p:nvPr/>
        </p:nvGrpSpPr>
        <p:grpSpPr>
          <a:xfrm>
            <a:off x="15723843" y="6865714"/>
            <a:ext cx="3348419" cy="3466137"/>
            <a:chOff x="0" y="-156957"/>
            <a:chExt cx="4464559" cy="4621517"/>
          </a:xfrm>
        </p:grpSpPr>
        <p:grpSp>
          <p:nvGrpSpPr>
            <p:cNvPr id="215" name="Google Shape;215;p3"/>
            <p:cNvGrpSpPr/>
            <p:nvPr/>
          </p:nvGrpSpPr>
          <p:grpSpPr>
            <a:xfrm>
              <a:off x="0" y="-156957"/>
              <a:ext cx="4464559" cy="4621517"/>
              <a:chOff x="0" y="-28575"/>
              <a:chExt cx="812800" cy="841375"/>
            </a:xfrm>
          </p:grpSpPr>
          <p:sp>
            <p:nvSpPr>
              <p:cNvPr id="216" name="Google Shape;216;p3"/>
              <p:cNvSpPr/>
              <p:nvPr/>
            </p:nvSpPr>
            <p:spPr>
              <a:xfrm>
                <a:off x="0" y="0"/>
                <a:ext cx="611009" cy="612825"/>
              </a:xfrm>
              <a:custGeom>
                <a:avLst/>
                <a:gdLst/>
                <a:ahLst/>
                <a:cxnLst/>
                <a:rect l="l" t="t" r="r" b="b"/>
                <a:pathLst>
                  <a:path w="611009" h="612825" extrusionOk="0">
                    <a:moveTo>
                      <a:pt x="277346" y="0"/>
                    </a:moveTo>
                    <a:lnTo>
                      <a:pt x="333663" y="0"/>
                    </a:lnTo>
                    <a:cubicBezTo>
                      <a:pt x="407219" y="0"/>
                      <a:pt x="477764" y="29220"/>
                      <a:pt x="529776" y="81233"/>
                    </a:cubicBezTo>
                    <a:cubicBezTo>
                      <a:pt x="581789" y="133245"/>
                      <a:pt x="611009" y="203790"/>
                      <a:pt x="611009" y="277346"/>
                    </a:cubicBezTo>
                    <a:lnTo>
                      <a:pt x="611009" y="335479"/>
                    </a:lnTo>
                    <a:cubicBezTo>
                      <a:pt x="611009" y="488653"/>
                      <a:pt x="486837" y="612825"/>
                      <a:pt x="333663" y="612825"/>
                    </a:cubicBezTo>
                    <a:lnTo>
                      <a:pt x="277346" y="612825"/>
                    </a:lnTo>
                    <a:cubicBezTo>
                      <a:pt x="124172" y="612825"/>
                      <a:pt x="0" y="488653"/>
                      <a:pt x="0" y="335479"/>
                    </a:cubicBezTo>
                    <a:lnTo>
                      <a:pt x="0" y="277346"/>
                    </a:lnTo>
                    <a:cubicBezTo>
                      <a:pt x="0" y="124172"/>
                      <a:pt x="124172" y="0"/>
                      <a:pt x="277346" y="0"/>
                    </a:cubicBezTo>
                    <a:close/>
                  </a:path>
                </a:pathLst>
              </a:custGeom>
              <a:solidFill>
                <a:srgbClr val="FFDAF3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217;p3"/>
              <p:cNvSpPr txBox="1"/>
              <p:nvPr/>
            </p:nvSpPr>
            <p:spPr>
              <a:xfrm>
                <a:off x="0" y="-28575"/>
                <a:ext cx="812800" cy="841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25" tIns="45625" rIns="45625" bIns="45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8" name="Google Shape;218;p3"/>
            <p:cNvGrpSpPr/>
            <p:nvPr/>
          </p:nvGrpSpPr>
          <p:grpSpPr>
            <a:xfrm>
              <a:off x="304207" y="176607"/>
              <a:ext cx="3655212" cy="3783716"/>
              <a:chOff x="0" y="-28575"/>
              <a:chExt cx="812800" cy="841375"/>
            </a:xfrm>
          </p:grpSpPr>
          <p:sp>
            <p:nvSpPr>
              <p:cNvPr id="219" name="Google Shape;219;p3"/>
              <p:cNvSpPr/>
              <p:nvPr/>
            </p:nvSpPr>
            <p:spPr>
              <a:xfrm>
                <a:off x="0" y="0"/>
                <a:ext cx="611009" cy="612825"/>
              </a:xfrm>
              <a:custGeom>
                <a:avLst/>
                <a:gdLst/>
                <a:ahLst/>
                <a:cxnLst/>
                <a:rect l="l" t="t" r="r" b="b"/>
                <a:pathLst>
                  <a:path w="611009" h="612825" extrusionOk="0">
                    <a:moveTo>
                      <a:pt x="230020" y="0"/>
                    </a:moveTo>
                    <a:lnTo>
                      <a:pt x="380989" y="0"/>
                    </a:lnTo>
                    <a:cubicBezTo>
                      <a:pt x="441994" y="0"/>
                      <a:pt x="500500" y="24234"/>
                      <a:pt x="543638" y="67371"/>
                    </a:cubicBezTo>
                    <a:cubicBezTo>
                      <a:pt x="586775" y="110509"/>
                      <a:pt x="611009" y="169015"/>
                      <a:pt x="611009" y="230020"/>
                    </a:cubicBezTo>
                    <a:lnTo>
                      <a:pt x="611009" y="382805"/>
                    </a:lnTo>
                    <a:cubicBezTo>
                      <a:pt x="611009" y="443810"/>
                      <a:pt x="586775" y="502316"/>
                      <a:pt x="543638" y="545454"/>
                    </a:cubicBezTo>
                    <a:cubicBezTo>
                      <a:pt x="500500" y="588591"/>
                      <a:pt x="441994" y="612825"/>
                      <a:pt x="380989" y="612825"/>
                    </a:cubicBezTo>
                    <a:lnTo>
                      <a:pt x="230020" y="612825"/>
                    </a:lnTo>
                    <a:cubicBezTo>
                      <a:pt x="169015" y="612825"/>
                      <a:pt x="110509" y="588591"/>
                      <a:pt x="67371" y="545454"/>
                    </a:cubicBezTo>
                    <a:cubicBezTo>
                      <a:pt x="24234" y="502316"/>
                      <a:pt x="0" y="443810"/>
                      <a:pt x="0" y="382805"/>
                    </a:cubicBezTo>
                    <a:lnTo>
                      <a:pt x="0" y="230020"/>
                    </a:lnTo>
                    <a:cubicBezTo>
                      <a:pt x="0" y="169015"/>
                      <a:pt x="24234" y="110509"/>
                      <a:pt x="67371" y="67371"/>
                    </a:cubicBezTo>
                    <a:cubicBezTo>
                      <a:pt x="110509" y="24234"/>
                      <a:pt x="169015" y="0"/>
                      <a:pt x="2300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Google Shape;220;p3"/>
              <p:cNvSpPr txBox="1"/>
              <p:nvPr/>
            </p:nvSpPr>
            <p:spPr>
              <a:xfrm>
                <a:off x="0" y="-28575"/>
                <a:ext cx="812800" cy="841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25" tIns="45625" rIns="45625" bIns="45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221" name="Google Shape;221;p3"/>
            <p:cNvPicPr preferRelativeResize="0"/>
            <p:nvPr/>
          </p:nvPicPr>
          <p:blipFill rotWithShape="1">
            <a:blip r:embed="rId5"/>
            <a:srcRect/>
            <a:stretch>
              <a:fillRect/>
            </a:stretch>
          </p:blipFill>
          <p:spPr>
            <a:xfrm>
              <a:off x="914145" y="983065"/>
              <a:ext cx="1578668" cy="1527003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22" name="Google Shape;222;p3"/>
            <p:cNvGrpSpPr/>
            <p:nvPr/>
          </p:nvGrpSpPr>
          <p:grpSpPr>
            <a:xfrm>
              <a:off x="1142692" y="1520606"/>
              <a:ext cx="224953" cy="225961"/>
              <a:chOff x="1813" y="0"/>
              <a:chExt cx="809173" cy="812800"/>
            </a:xfrm>
          </p:grpSpPr>
          <p:sp>
            <p:nvSpPr>
              <p:cNvPr id="223" name="Google Shape;223;p3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Google Shape;224;p3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350" tIns="73350" rIns="73350" bIns="73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5" name="Google Shape;225;p3"/>
            <p:cNvGrpSpPr/>
            <p:nvPr/>
          </p:nvGrpSpPr>
          <p:grpSpPr>
            <a:xfrm>
              <a:off x="1591003" y="1520606"/>
              <a:ext cx="224953" cy="225961"/>
              <a:chOff x="1813" y="0"/>
              <a:chExt cx="809173" cy="812800"/>
            </a:xfrm>
          </p:grpSpPr>
          <p:sp>
            <p:nvSpPr>
              <p:cNvPr id="226" name="Google Shape;226;p3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27;p3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350" tIns="73350" rIns="73350" bIns="73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8" name="Google Shape;228;p3"/>
            <p:cNvGrpSpPr/>
            <p:nvPr/>
          </p:nvGrpSpPr>
          <p:grpSpPr>
            <a:xfrm>
              <a:off x="2039314" y="1520606"/>
              <a:ext cx="224953" cy="225961"/>
              <a:chOff x="1813" y="0"/>
              <a:chExt cx="809173" cy="812800"/>
            </a:xfrm>
          </p:grpSpPr>
          <p:sp>
            <p:nvSpPr>
              <p:cNvPr id="229" name="Google Shape;229;p3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230;p3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350" tIns="73350" rIns="73350" bIns="73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31" name="Google Shape;231;p3"/>
          <p:cNvSpPr txBox="1"/>
          <p:nvPr/>
        </p:nvSpPr>
        <p:spPr>
          <a:xfrm>
            <a:off x="8296352" y="3506357"/>
            <a:ext cx="7855200" cy="45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-49530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AC74F8"/>
              </a:buClr>
              <a:buSzPts val="4200"/>
              <a:buFont typeface="Josefin Sans"/>
              <a:buAutoNum type="arabicPeriod"/>
            </a:pPr>
            <a:r>
              <a:rPr lang="en-US" sz="42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Write an agenda here.</a:t>
            </a:r>
          </a:p>
          <a:p>
            <a:pPr marL="457200" marR="0" lvl="0" indent="-49530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AC74F8"/>
              </a:buClr>
              <a:buSzPts val="4200"/>
              <a:buFont typeface="Josefin Sans"/>
              <a:buAutoNum type="arabicPeriod"/>
            </a:pPr>
            <a:r>
              <a:rPr lang="en-US" sz="42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Write an agenda here.</a:t>
            </a:r>
          </a:p>
          <a:p>
            <a:pPr marL="457200" marR="0" lvl="0" indent="-49530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AC74F8"/>
              </a:buClr>
              <a:buSzPts val="4200"/>
              <a:buFont typeface="Josefin Sans"/>
              <a:buAutoNum type="arabicPeriod"/>
            </a:pPr>
            <a:r>
              <a:rPr lang="en-US" sz="42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Write an agenda here.</a:t>
            </a:r>
          </a:p>
          <a:p>
            <a:pPr marL="457200" marR="0" lvl="0" indent="-49530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AC74F8"/>
              </a:buClr>
              <a:buSzPts val="4200"/>
              <a:buFont typeface="Josefin Sans"/>
              <a:buAutoNum type="arabicPeriod"/>
            </a:pPr>
            <a:r>
              <a:rPr lang="en-US" sz="42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Write an agenda here.</a:t>
            </a:r>
          </a:p>
          <a:p>
            <a:pPr marL="457200" marR="0" lvl="0" indent="-49530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AC74F8"/>
              </a:buClr>
              <a:buSzPts val="4200"/>
              <a:buFont typeface="Josefin Sans"/>
              <a:buAutoNum type="arabicPeriod"/>
            </a:pPr>
            <a:r>
              <a:rPr lang="en-US" sz="42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Write an agenda here.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7"/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6" name="Google Shape;236;p4"/>
          <p:cNvGrpSpPr/>
          <p:nvPr/>
        </p:nvGrpSpPr>
        <p:grpSpPr>
          <a:xfrm>
            <a:off x="-218317" y="-2912955"/>
            <a:ext cx="18743683" cy="18738744"/>
            <a:chOff x="0" y="0"/>
            <a:chExt cx="24991578" cy="24984992"/>
          </a:xfrm>
        </p:grpSpPr>
        <p:pic>
          <p:nvPicPr>
            <p:cNvPr id="237" name="Google Shape;237;p4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8" name="Google Shape;238;p4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9" name="Google Shape;239;p4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0" name="Google Shape;240;p4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1" name="Google Shape;241;p4"/>
          <p:cNvGrpSpPr/>
          <p:nvPr/>
        </p:nvGrpSpPr>
        <p:grpSpPr>
          <a:xfrm>
            <a:off x="6344701" y="-1095171"/>
            <a:ext cx="12180666" cy="12074761"/>
            <a:chOff x="0" y="-28575"/>
            <a:chExt cx="3208077" cy="3180184"/>
          </a:xfrm>
        </p:grpSpPr>
        <p:sp>
          <p:nvSpPr>
            <p:cNvPr id="242" name="Google Shape;242;p4"/>
            <p:cNvSpPr/>
            <p:nvPr/>
          </p:nvSpPr>
          <p:spPr>
            <a:xfrm>
              <a:off x="0" y="0"/>
              <a:ext cx="3208077" cy="3151609"/>
            </a:xfrm>
            <a:custGeom>
              <a:avLst/>
              <a:gdLst/>
              <a:ahLst/>
              <a:cxnLst/>
              <a:rect l="l" t="t" r="r" b="b"/>
              <a:pathLst>
                <a:path w="3208077" h="3151609" extrusionOk="0">
                  <a:moveTo>
                    <a:pt x="9534" y="0"/>
                  </a:moveTo>
                  <a:lnTo>
                    <a:pt x="3198543" y="0"/>
                  </a:lnTo>
                  <a:cubicBezTo>
                    <a:pt x="3203808" y="0"/>
                    <a:pt x="3208077" y="4268"/>
                    <a:pt x="3208077" y="9534"/>
                  </a:cubicBezTo>
                  <a:lnTo>
                    <a:pt x="3208077" y="3142075"/>
                  </a:lnTo>
                  <a:cubicBezTo>
                    <a:pt x="3208077" y="3147340"/>
                    <a:pt x="3203808" y="3151609"/>
                    <a:pt x="3198543" y="3151609"/>
                  </a:cubicBezTo>
                  <a:lnTo>
                    <a:pt x="9534" y="3151609"/>
                  </a:lnTo>
                  <a:cubicBezTo>
                    <a:pt x="4268" y="3151609"/>
                    <a:pt x="0" y="3147340"/>
                    <a:pt x="0" y="3142075"/>
                  </a:cubicBezTo>
                  <a:lnTo>
                    <a:pt x="0" y="9534"/>
                  </a:lnTo>
                  <a:cubicBezTo>
                    <a:pt x="0" y="4268"/>
                    <a:pt x="4268" y="0"/>
                    <a:pt x="9534" y="0"/>
                  </a:cubicBezTo>
                  <a:close/>
                </a:path>
              </a:pathLst>
            </a:custGeom>
            <a:solidFill>
              <a:srgbClr val="FFFFFF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4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4" name="Google Shape;244;p4"/>
          <p:cNvGrpSpPr/>
          <p:nvPr/>
        </p:nvGrpSpPr>
        <p:grpSpPr>
          <a:xfrm>
            <a:off x="7325825" y="-653076"/>
            <a:ext cx="11039872" cy="4878636"/>
            <a:chOff x="0" y="-28575"/>
            <a:chExt cx="2896312" cy="1269222"/>
          </a:xfrm>
        </p:grpSpPr>
        <p:sp>
          <p:nvSpPr>
            <p:cNvPr id="245" name="Google Shape;245;p4"/>
            <p:cNvSpPr/>
            <p:nvPr/>
          </p:nvSpPr>
          <p:spPr>
            <a:xfrm>
              <a:off x="0" y="0"/>
              <a:ext cx="2896312" cy="1240647"/>
            </a:xfrm>
            <a:custGeom>
              <a:avLst/>
              <a:gdLst/>
              <a:ahLst/>
              <a:cxnLst/>
              <a:rect l="l" t="t" r="r" b="b"/>
              <a:pathLst>
                <a:path w="2896312" h="1240647" extrusionOk="0">
                  <a:moveTo>
                    <a:pt x="0" y="0"/>
                  </a:moveTo>
                  <a:lnTo>
                    <a:pt x="2896312" y="0"/>
                  </a:lnTo>
                  <a:lnTo>
                    <a:pt x="2896312" y="1240647"/>
                  </a:lnTo>
                  <a:lnTo>
                    <a:pt x="0" y="1240647"/>
                  </a:lnTo>
                  <a:close/>
                </a:path>
              </a:pathLst>
            </a:custGeom>
            <a:solidFill>
              <a:srgbClr val="FFFFFF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246" name="Google Shape;246;p4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47" name="Google Shape;247;p4"/>
          <p:cNvPicPr preferRelativeResize="0"/>
          <p:nvPr/>
        </p:nvPicPr>
        <p:blipFill rotWithShape="1">
          <a:blip r:embed="rId4"/>
          <a:srcRect t="21712" b="50056"/>
          <a:stretch>
            <a:fillRect/>
          </a:stretch>
        </p:blipFill>
        <p:spPr>
          <a:xfrm>
            <a:off x="7366241" y="-501948"/>
            <a:ext cx="11082925" cy="469313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8" name="Google Shape;248;p4"/>
          <p:cNvGrpSpPr/>
          <p:nvPr/>
        </p:nvGrpSpPr>
        <p:grpSpPr>
          <a:xfrm>
            <a:off x="1374796" y="2254260"/>
            <a:ext cx="6159973" cy="4950231"/>
            <a:chOff x="0" y="-28575"/>
            <a:chExt cx="1622380" cy="1303764"/>
          </a:xfrm>
        </p:grpSpPr>
        <p:sp>
          <p:nvSpPr>
            <p:cNvPr id="249" name="Google Shape;249;p4"/>
            <p:cNvSpPr/>
            <p:nvPr/>
          </p:nvSpPr>
          <p:spPr>
            <a:xfrm>
              <a:off x="0" y="0"/>
              <a:ext cx="1622380" cy="1275189"/>
            </a:xfrm>
            <a:custGeom>
              <a:avLst/>
              <a:gdLst/>
              <a:ahLst/>
              <a:cxnLst/>
              <a:rect l="l" t="t" r="r" b="b"/>
              <a:pathLst>
                <a:path w="1622380" h="1275189" extrusionOk="0">
                  <a:moveTo>
                    <a:pt x="0" y="0"/>
                  </a:moveTo>
                  <a:lnTo>
                    <a:pt x="1622380" y="0"/>
                  </a:lnTo>
                  <a:lnTo>
                    <a:pt x="1622380" y="1275189"/>
                  </a:lnTo>
                  <a:lnTo>
                    <a:pt x="0" y="1275189"/>
                  </a:lnTo>
                  <a:close/>
                </a:path>
              </a:pathLst>
            </a:custGeom>
            <a:solidFill>
              <a:srgbClr val="FFFFFF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250" name="Google Shape;250;p4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1" name="Google Shape;251;p4"/>
          <p:cNvGrpSpPr/>
          <p:nvPr/>
        </p:nvGrpSpPr>
        <p:grpSpPr>
          <a:xfrm>
            <a:off x="1028700" y="731686"/>
            <a:ext cx="8448406" cy="8745420"/>
            <a:chOff x="1028700" y="731686"/>
            <a:chExt cx="8448406" cy="8745420"/>
          </a:xfrm>
        </p:grpSpPr>
        <p:grpSp>
          <p:nvGrpSpPr>
            <p:cNvPr id="252" name="Google Shape;252;p4"/>
            <p:cNvGrpSpPr/>
            <p:nvPr/>
          </p:nvGrpSpPr>
          <p:grpSpPr>
            <a:xfrm>
              <a:off x="1028700" y="731686"/>
              <a:ext cx="8448406" cy="8745420"/>
              <a:chOff x="0" y="-28575"/>
              <a:chExt cx="812800" cy="841375"/>
            </a:xfrm>
          </p:grpSpPr>
          <p:sp>
            <p:nvSpPr>
              <p:cNvPr id="253" name="Google Shape;253;p4"/>
              <p:cNvSpPr/>
              <p:nvPr/>
            </p:nvSpPr>
            <p:spPr>
              <a:xfrm>
                <a:off x="0" y="0"/>
                <a:ext cx="661273" cy="635744"/>
              </a:xfrm>
              <a:custGeom>
                <a:avLst/>
                <a:gdLst/>
                <a:ahLst/>
                <a:cxnLst/>
                <a:rect l="l" t="t" r="r" b="b"/>
                <a:pathLst>
                  <a:path w="661273" h="635744" extrusionOk="0">
                    <a:moveTo>
                      <a:pt x="16895" y="0"/>
                    </a:moveTo>
                    <a:lnTo>
                      <a:pt x="644378" y="0"/>
                    </a:lnTo>
                    <a:cubicBezTo>
                      <a:pt x="653709" y="0"/>
                      <a:pt x="661273" y="7564"/>
                      <a:pt x="661273" y="16895"/>
                    </a:cubicBezTo>
                    <a:lnTo>
                      <a:pt x="661273" y="618849"/>
                    </a:lnTo>
                    <a:cubicBezTo>
                      <a:pt x="661273" y="628180"/>
                      <a:pt x="653709" y="635744"/>
                      <a:pt x="644378" y="635744"/>
                    </a:cubicBezTo>
                    <a:lnTo>
                      <a:pt x="16895" y="635744"/>
                    </a:lnTo>
                    <a:cubicBezTo>
                      <a:pt x="7564" y="635744"/>
                      <a:pt x="0" y="628180"/>
                      <a:pt x="0" y="618849"/>
                    </a:cubicBezTo>
                    <a:lnTo>
                      <a:pt x="0" y="16895"/>
                    </a:lnTo>
                    <a:cubicBezTo>
                      <a:pt x="0" y="7564"/>
                      <a:pt x="7564" y="0"/>
                      <a:pt x="1689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Google Shape;254;p4"/>
              <p:cNvSpPr txBox="1"/>
              <p:nvPr/>
            </p:nvSpPr>
            <p:spPr>
              <a:xfrm>
                <a:off x="0" y="-28575"/>
                <a:ext cx="812800" cy="841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9325" tIns="99325" rIns="99325" bIns="993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255" name="Google Shape;255;p4"/>
            <p:cNvCxnSpPr/>
            <p:nvPr/>
          </p:nvCxnSpPr>
          <p:spPr>
            <a:xfrm>
              <a:off x="1028700" y="1973908"/>
              <a:ext cx="6873367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256" name="Google Shape;256;p4"/>
            <p:cNvGrpSpPr/>
            <p:nvPr/>
          </p:nvGrpSpPr>
          <p:grpSpPr>
            <a:xfrm>
              <a:off x="1375889" y="1255113"/>
              <a:ext cx="487850" cy="490037"/>
              <a:chOff x="1813" y="0"/>
              <a:chExt cx="809173" cy="812800"/>
            </a:xfrm>
          </p:grpSpPr>
          <p:sp>
            <p:nvSpPr>
              <p:cNvPr id="257" name="Google Shape;257;p4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DAF3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58;p4"/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0400" tIns="70400" rIns="70400" bIns="70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9" name="Google Shape;259;p4"/>
            <p:cNvGrpSpPr/>
            <p:nvPr/>
          </p:nvGrpSpPr>
          <p:grpSpPr>
            <a:xfrm>
              <a:off x="2018595" y="1255113"/>
              <a:ext cx="487850" cy="490037"/>
              <a:chOff x="1813" y="0"/>
              <a:chExt cx="809173" cy="812800"/>
            </a:xfrm>
          </p:grpSpPr>
          <p:sp>
            <p:nvSpPr>
              <p:cNvPr id="260" name="Google Shape;260;p4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61;p4"/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0400" tIns="70400" rIns="70400" bIns="70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2" name="Google Shape;262;p4"/>
            <p:cNvGrpSpPr/>
            <p:nvPr/>
          </p:nvGrpSpPr>
          <p:grpSpPr>
            <a:xfrm>
              <a:off x="2661300" y="1255113"/>
              <a:ext cx="487850" cy="490037"/>
              <a:chOff x="1813" y="0"/>
              <a:chExt cx="809173" cy="812800"/>
            </a:xfrm>
          </p:grpSpPr>
          <p:sp>
            <p:nvSpPr>
              <p:cNvPr id="263" name="Google Shape;263;p4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64;p4"/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0400" tIns="70400" rIns="70400" bIns="70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265" name="Google Shape;265;p4"/>
          <p:cNvPicPr preferRelativeResize="0"/>
          <p:nvPr/>
        </p:nvPicPr>
        <p:blipFill rotWithShape="1">
          <a:blip r:embed="rId5"/>
          <a:srcRect t="51" b="47933"/>
          <a:stretch>
            <a:fillRect/>
          </a:stretch>
        </p:blipFill>
        <p:spPr>
          <a:xfrm>
            <a:off x="1451796" y="2437056"/>
            <a:ext cx="6015234" cy="46931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6" name="Google Shape;266;p4"/>
          <p:cNvGrpSpPr/>
          <p:nvPr/>
        </p:nvGrpSpPr>
        <p:grpSpPr>
          <a:xfrm>
            <a:off x="8470615" y="8644403"/>
            <a:ext cx="9026578" cy="826023"/>
            <a:chOff x="8470615" y="8644403"/>
            <a:chExt cx="9026578" cy="826023"/>
          </a:xfrm>
        </p:grpSpPr>
        <p:sp>
          <p:nvSpPr>
            <p:cNvPr id="267" name="Google Shape;267;p4"/>
            <p:cNvSpPr/>
            <p:nvPr/>
          </p:nvSpPr>
          <p:spPr>
            <a:xfrm>
              <a:off x="8470615" y="8644403"/>
              <a:ext cx="9026578" cy="826023"/>
            </a:xfrm>
            <a:custGeom>
              <a:avLst/>
              <a:gdLst/>
              <a:ahLst/>
              <a:cxnLst/>
              <a:rect l="l" t="t" r="r" b="b"/>
              <a:pathLst>
                <a:path w="2377370" h="217553" extrusionOk="0">
                  <a:moveTo>
                    <a:pt x="18011" y="0"/>
                  </a:moveTo>
                  <a:lnTo>
                    <a:pt x="2359359" y="0"/>
                  </a:lnTo>
                  <a:cubicBezTo>
                    <a:pt x="2369307" y="0"/>
                    <a:pt x="2377370" y="8064"/>
                    <a:pt x="2377370" y="18011"/>
                  </a:cubicBezTo>
                  <a:lnTo>
                    <a:pt x="2377370" y="199542"/>
                  </a:lnTo>
                  <a:cubicBezTo>
                    <a:pt x="2377370" y="209489"/>
                    <a:pt x="2369307" y="217553"/>
                    <a:pt x="2359359" y="217553"/>
                  </a:cubicBezTo>
                  <a:lnTo>
                    <a:pt x="18011" y="217553"/>
                  </a:lnTo>
                  <a:cubicBezTo>
                    <a:pt x="8064" y="217553"/>
                    <a:pt x="0" y="209489"/>
                    <a:pt x="0" y="199542"/>
                  </a:cubicBezTo>
                  <a:lnTo>
                    <a:pt x="0" y="18011"/>
                  </a:lnTo>
                  <a:cubicBezTo>
                    <a:pt x="0" y="8064"/>
                    <a:pt x="8064" y="0"/>
                    <a:pt x="18011" y="0"/>
                  </a:cubicBezTo>
                  <a:close/>
                </a:path>
              </a:pathLst>
            </a:custGeom>
            <a:solidFill>
              <a:srgbClr val="FFDAF3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4"/>
            <p:cNvSpPr txBox="1"/>
            <p:nvPr/>
          </p:nvSpPr>
          <p:spPr>
            <a:xfrm>
              <a:off x="8708507" y="8826532"/>
              <a:ext cx="85509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Follow us at @reallygreatsite to learn more. </a:t>
              </a:r>
            </a:p>
          </p:txBody>
        </p:sp>
      </p:grpSp>
      <p:grpSp>
        <p:nvGrpSpPr>
          <p:cNvPr id="269" name="Google Shape;269;p4"/>
          <p:cNvGrpSpPr/>
          <p:nvPr/>
        </p:nvGrpSpPr>
        <p:grpSpPr>
          <a:xfrm>
            <a:off x="8377872" y="4874919"/>
            <a:ext cx="9402563" cy="2695882"/>
            <a:chOff x="0" y="123825"/>
            <a:chExt cx="12536751" cy="3594508"/>
          </a:xfrm>
        </p:grpSpPr>
        <p:sp>
          <p:nvSpPr>
            <p:cNvPr id="270" name="Google Shape;270;p4"/>
            <p:cNvSpPr txBox="1"/>
            <p:nvPr/>
          </p:nvSpPr>
          <p:spPr>
            <a:xfrm>
              <a:off x="0" y="123825"/>
              <a:ext cx="12536751" cy="21130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35" b="1" i="0" u="none" strike="noStrike" cap="none">
                  <a:solidFill>
                    <a:srgbClr val="AC74F8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Hello there!</a:t>
              </a:r>
            </a:p>
          </p:txBody>
        </p:sp>
        <p:sp>
          <p:nvSpPr>
            <p:cNvPr id="271" name="Google Shape;271;p4"/>
            <p:cNvSpPr txBox="1"/>
            <p:nvPr/>
          </p:nvSpPr>
          <p:spPr>
            <a:xfrm>
              <a:off x="2437336" y="2392933"/>
              <a:ext cx="7662000" cy="132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ctr" rtl="0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I'm Rain, and I'll be sharing</a:t>
              </a:r>
            </a:p>
            <a:p>
              <a:pPr marL="0" marR="0" lvl="1" indent="0" algn="ctr" rtl="0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with you our business plan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7"/>
        </a:solidFill>
        <a:effectLst/>
      </p:bgPr>
    </p:bg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6" name="Google Shape;276;p5"/>
          <p:cNvGrpSpPr/>
          <p:nvPr/>
        </p:nvGrpSpPr>
        <p:grpSpPr>
          <a:xfrm>
            <a:off x="-218317" y="-2912955"/>
            <a:ext cx="18743683" cy="18738744"/>
            <a:chOff x="0" y="0"/>
            <a:chExt cx="24991578" cy="24984992"/>
          </a:xfrm>
        </p:grpSpPr>
        <p:pic>
          <p:nvPicPr>
            <p:cNvPr id="277" name="Google Shape;277;p5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8" name="Google Shape;278;p5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9" name="Google Shape;279;p5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0" name="Google Shape;280;p5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1" name="Google Shape;281;p5"/>
          <p:cNvGrpSpPr/>
          <p:nvPr/>
        </p:nvGrpSpPr>
        <p:grpSpPr>
          <a:xfrm>
            <a:off x="905364" y="1261317"/>
            <a:ext cx="16477273" cy="8081417"/>
            <a:chOff x="905364" y="1261317"/>
            <a:chExt cx="16477273" cy="8081417"/>
          </a:xfrm>
        </p:grpSpPr>
        <p:sp>
          <p:nvSpPr>
            <p:cNvPr id="282" name="Google Shape;282;p5"/>
            <p:cNvSpPr/>
            <p:nvPr/>
          </p:nvSpPr>
          <p:spPr>
            <a:xfrm>
              <a:off x="905364" y="1261317"/>
              <a:ext cx="16477273" cy="8081417"/>
            </a:xfrm>
            <a:custGeom>
              <a:avLst/>
              <a:gdLst/>
              <a:ahLst/>
              <a:cxnLst/>
              <a:rect l="l" t="t" r="r" b="b"/>
              <a:pathLst>
                <a:path w="2706708" h="1327528" extrusionOk="0">
                  <a:moveTo>
                    <a:pt x="7048" y="0"/>
                  </a:moveTo>
                  <a:lnTo>
                    <a:pt x="2699660" y="0"/>
                  </a:lnTo>
                  <a:cubicBezTo>
                    <a:pt x="2703552" y="0"/>
                    <a:pt x="2706708" y="3155"/>
                    <a:pt x="2706708" y="7048"/>
                  </a:cubicBezTo>
                  <a:lnTo>
                    <a:pt x="2706708" y="1320480"/>
                  </a:lnTo>
                  <a:cubicBezTo>
                    <a:pt x="2706708" y="1324372"/>
                    <a:pt x="2703552" y="1327528"/>
                    <a:pt x="2699660" y="1327528"/>
                  </a:cubicBezTo>
                  <a:lnTo>
                    <a:pt x="7048" y="1327528"/>
                  </a:lnTo>
                  <a:cubicBezTo>
                    <a:pt x="3155" y="1327528"/>
                    <a:pt x="0" y="1324372"/>
                    <a:pt x="0" y="1320480"/>
                  </a:cubicBezTo>
                  <a:lnTo>
                    <a:pt x="0" y="7048"/>
                  </a:lnTo>
                  <a:cubicBezTo>
                    <a:pt x="0" y="3155"/>
                    <a:pt x="3155" y="0"/>
                    <a:pt x="7048" y="0"/>
                  </a:cubicBezTo>
                  <a:close/>
                </a:path>
              </a:pathLst>
            </a:custGeom>
            <a:solidFill>
              <a:srgbClr val="FFFFFF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83" name="Google Shape;283;p5"/>
            <p:cNvCxnSpPr/>
            <p:nvPr/>
          </p:nvCxnSpPr>
          <p:spPr>
            <a:xfrm>
              <a:off x="905364" y="2609419"/>
              <a:ext cx="16477273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284" name="Google Shape;284;p5"/>
            <p:cNvGrpSpPr/>
            <p:nvPr/>
          </p:nvGrpSpPr>
          <p:grpSpPr>
            <a:xfrm>
              <a:off x="1406303" y="1724494"/>
              <a:ext cx="532281" cy="534667"/>
              <a:chOff x="1813" y="0"/>
              <a:chExt cx="809173" cy="812800"/>
            </a:xfrm>
          </p:grpSpPr>
          <p:sp>
            <p:nvSpPr>
              <p:cNvPr id="285" name="Google Shape;285;p5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27070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Google Shape;286;p5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350" tIns="73350" rIns="73350" bIns="73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7" name="Google Shape;287;p5"/>
            <p:cNvGrpSpPr/>
            <p:nvPr/>
          </p:nvGrpSpPr>
          <p:grpSpPr>
            <a:xfrm>
              <a:off x="2170732" y="1724494"/>
              <a:ext cx="532274" cy="534660"/>
              <a:chOff x="1813" y="0"/>
              <a:chExt cx="809173" cy="812800"/>
            </a:xfrm>
          </p:grpSpPr>
          <p:sp>
            <p:nvSpPr>
              <p:cNvPr id="288" name="Google Shape;288;p5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E593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Google Shape;289;p5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350" tIns="73350" rIns="73350" bIns="73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90" name="Google Shape;290;p5"/>
            <p:cNvGrpSpPr/>
            <p:nvPr/>
          </p:nvGrpSpPr>
          <p:grpSpPr>
            <a:xfrm>
              <a:off x="2935187" y="1724494"/>
              <a:ext cx="532274" cy="534660"/>
              <a:chOff x="1813" y="0"/>
              <a:chExt cx="809173" cy="812800"/>
            </a:xfrm>
          </p:grpSpPr>
          <p:sp>
            <p:nvSpPr>
              <p:cNvPr id="291" name="Google Shape;291;p5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7EDFBE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Google Shape;292;p5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350" tIns="73350" rIns="73350" bIns="73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93" name="Google Shape;293;p5"/>
          <p:cNvGrpSpPr/>
          <p:nvPr/>
        </p:nvGrpSpPr>
        <p:grpSpPr>
          <a:xfrm>
            <a:off x="6970498" y="3784600"/>
            <a:ext cx="4347005" cy="3484570"/>
            <a:chOff x="0" y="-28575"/>
            <a:chExt cx="1622380" cy="1303764"/>
          </a:xfrm>
        </p:grpSpPr>
        <p:sp>
          <p:nvSpPr>
            <p:cNvPr id="294" name="Google Shape;294;p5"/>
            <p:cNvSpPr/>
            <p:nvPr/>
          </p:nvSpPr>
          <p:spPr>
            <a:xfrm>
              <a:off x="0" y="0"/>
              <a:ext cx="1622380" cy="1275189"/>
            </a:xfrm>
            <a:custGeom>
              <a:avLst/>
              <a:gdLst/>
              <a:ahLst/>
              <a:cxnLst/>
              <a:rect l="l" t="t" r="r" b="b"/>
              <a:pathLst>
                <a:path w="1622380" h="1275189" extrusionOk="0">
                  <a:moveTo>
                    <a:pt x="0" y="0"/>
                  </a:moveTo>
                  <a:lnTo>
                    <a:pt x="1622380" y="0"/>
                  </a:lnTo>
                  <a:lnTo>
                    <a:pt x="1622380" y="1275189"/>
                  </a:lnTo>
                  <a:lnTo>
                    <a:pt x="0" y="1275189"/>
                  </a:lnTo>
                  <a:close/>
                </a:path>
              </a:pathLst>
            </a:custGeom>
            <a:solidFill>
              <a:srgbClr val="FFFFFF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295" name="Google Shape;295;p5"/>
            <p:cNvSpPr txBox="1"/>
            <p:nvPr/>
          </p:nvSpPr>
          <p:spPr>
            <a:xfrm>
              <a:off x="0" y="-28575"/>
              <a:ext cx="812700" cy="84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6" name="Google Shape;296;p5"/>
          <p:cNvGrpSpPr/>
          <p:nvPr/>
        </p:nvGrpSpPr>
        <p:grpSpPr>
          <a:xfrm>
            <a:off x="1573875" y="3784600"/>
            <a:ext cx="4347005" cy="3484570"/>
            <a:chOff x="0" y="-28575"/>
            <a:chExt cx="1622380" cy="1303764"/>
          </a:xfrm>
        </p:grpSpPr>
        <p:sp>
          <p:nvSpPr>
            <p:cNvPr id="297" name="Google Shape;297;p5"/>
            <p:cNvSpPr/>
            <p:nvPr/>
          </p:nvSpPr>
          <p:spPr>
            <a:xfrm>
              <a:off x="0" y="0"/>
              <a:ext cx="1622380" cy="1275189"/>
            </a:xfrm>
            <a:custGeom>
              <a:avLst/>
              <a:gdLst/>
              <a:ahLst/>
              <a:cxnLst/>
              <a:rect l="l" t="t" r="r" b="b"/>
              <a:pathLst>
                <a:path w="1622380" h="1275189" extrusionOk="0">
                  <a:moveTo>
                    <a:pt x="0" y="0"/>
                  </a:moveTo>
                  <a:lnTo>
                    <a:pt x="1622380" y="0"/>
                  </a:lnTo>
                  <a:lnTo>
                    <a:pt x="1622380" y="1275189"/>
                  </a:lnTo>
                  <a:lnTo>
                    <a:pt x="0" y="1275189"/>
                  </a:lnTo>
                  <a:close/>
                </a:path>
              </a:pathLst>
            </a:custGeom>
            <a:solidFill>
              <a:srgbClr val="FFFFFF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298" name="Google Shape;298;p5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99" name="Google Shape;299;p5"/>
          <p:cNvPicPr preferRelativeResize="0"/>
          <p:nvPr/>
        </p:nvPicPr>
        <p:blipFill rotWithShape="1">
          <a:blip r:embed="rId4"/>
          <a:srcRect l="40744" t="18378" r="5040" b="18046"/>
          <a:stretch>
            <a:fillRect/>
          </a:stretch>
        </p:blipFill>
        <p:spPr>
          <a:xfrm>
            <a:off x="1605513" y="3894496"/>
            <a:ext cx="4283773" cy="3348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5"/>
          <p:cNvPicPr preferRelativeResize="0"/>
          <p:nvPr/>
        </p:nvPicPr>
        <p:blipFill rotWithShape="1">
          <a:blip r:embed="rId5"/>
          <a:srcRect t="23941" b="23940"/>
          <a:stretch>
            <a:fillRect/>
          </a:stretch>
        </p:blipFill>
        <p:spPr>
          <a:xfrm>
            <a:off x="7012586" y="3894496"/>
            <a:ext cx="4283773" cy="33488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1" name="Google Shape;301;p5"/>
          <p:cNvGrpSpPr/>
          <p:nvPr/>
        </p:nvGrpSpPr>
        <p:grpSpPr>
          <a:xfrm>
            <a:off x="12383348" y="3784600"/>
            <a:ext cx="4347005" cy="3484570"/>
            <a:chOff x="0" y="-28575"/>
            <a:chExt cx="1622380" cy="1303764"/>
          </a:xfrm>
        </p:grpSpPr>
        <p:sp>
          <p:nvSpPr>
            <p:cNvPr id="302" name="Google Shape;302;p5"/>
            <p:cNvSpPr/>
            <p:nvPr/>
          </p:nvSpPr>
          <p:spPr>
            <a:xfrm>
              <a:off x="0" y="0"/>
              <a:ext cx="1622380" cy="1275189"/>
            </a:xfrm>
            <a:custGeom>
              <a:avLst/>
              <a:gdLst/>
              <a:ahLst/>
              <a:cxnLst/>
              <a:rect l="l" t="t" r="r" b="b"/>
              <a:pathLst>
                <a:path w="1622380" h="1275189" extrusionOk="0">
                  <a:moveTo>
                    <a:pt x="0" y="0"/>
                  </a:moveTo>
                  <a:lnTo>
                    <a:pt x="1622380" y="0"/>
                  </a:lnTo>
                  <a:lnTo>
                    <a:pt x="1622380" y="1275189"/>
                  </a:lnTo>
                  <a:lnTo>
                    <a:pt x="0" y="1275189"/>
                  </a:lnTo>
                  <a:close/>
                </a:path>
              </a:pathLst>
            </a:custGeom>
            <a:solidFill>
              <a:srgbClr val="FFFFFF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303" name="Google Shape;303;p5"/>
            <p:cNvSpPr txBox="1"/>
            <p:nvPr/>
          </p:nvSpPr>
          <p:spPr>
            <a:xfrm>
              <a:off x="0" y="-28575"/>
              <a:ext cx="812700" cy="84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04" name="Google Shape;304;p5"/>
          <p:cNvPicPr preferRelativeResize="0"/>
          <p:nvPr/>
        </p:nvPicPr>
        <p:blipFill rotWithShape="1">
          <a:blip r:embed="rId6"/>
          <a:srcRect l="26916" t="15422" r="19573" b="21713"/>
          <a:stretch>
            <a:fillRect/>
          </a:stretch>
        </p:blipFill>
        <p:spPr>
          <a:xfrm>
            <a:off x="12417811" y="3894496"/>
            <a:ext cx="4283773" cy="334888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5"/>
          <p:cNvSpPr txBox="1"/>
          <p:nvPr/>
        </p:nvSpPr>
        <p:spPr>
          <a:xfrm>
            <a:off x="6935740" y="1494065"/>
            <a:ext cx="44166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SOLUTION</a:t>
            </a:r>
          </a:p>
        </p:txBody>
      </p:sp>
      <p:sp>
        <p:nvSpPr>
          <p:cNvPr id="306" name="Google Shape;306;p5"/>
          <p:cNvSpPr txBox="1"/>
          <p:nvPr/>
        </p:nvSpPr>
        <p:spPr>
          <a:xfrm>
            <a:off x="2044895" y="3142722"/>
            <a:ext cx="3404915" cy="495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Solution 1</a:t>
            </a:r>
          </a:p>
        </p:txBody>
      </p:sp>
      <p:sp>
        <p:nvSpPr>
          <p:cNvPr id="307" name="Google Shape;307;p5"/>
          <p:cNvSpPr txBox="1"/>
          <p:nvPr/>
        </p:nvSpPr>
        <p:spPr>
          <a:xfrm>
            <a:off x="12857240" y="3142722"/>
            <a:ext cx="3404915" cy="495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Solution 3</a:t>
            </a:r>
          </a:p>
        </p:txBody>
      </p:sp>
      <p:sp>
        <p:nvSpPr>
          <p:cNvPr id="308" name="Google Shape;308;p5"/>
          <p:cNvSpPr txBox="1"/>
          <p:nvPr/>
        </p:nvSpPr>
        <p:spPr>
          <a:xfrm>
            <a:off x="7441542" y="3142722"/>
            <a:ext cx="3404915" cy="495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Solution 2</a:t>
            </a:r>
          </a:p>
        </p:txBody>
      </p:sp>
      <p:sp>
        <p:nvSpPr>
          <p:cNvPr id="309" name="Google Shape;309;p5"/>
          <p:cNvSpPr txBox="1"/>
          <p:nvPr/>
        </p:nvSpPr>
        <p:spPr>
          <a:xfrm>
            <a:off x="7217390" y="7585333"/>
            <a:ext cx="39861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Write the proposed</a:t>
            </a:r>
          </a:p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business solution</a:t>
            </a:r>
          </a:p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here and elaborate on it.</a:t>
            </a:r>
          </a:p>
        </p:txBody>
      </p:sp>
      <p:sp>
        <p:nvSpPr>
          <p:cNvPr id="310" name="Google Shape;310;p5"/>
          <p:cNvSpPr txBox="1"/>
          <p:nvPr/>
        </p:nvSpPr>
        <p:spPr>
          <a:xfrm>
            <a:off x="12566713" y="7585333"/>
            <a:ext cx="39861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Write the proposed</a:t>
            </a:r>
          </a:p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business solution</a:t>
            </a:r>
          </a:p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here and elaborate on it.</a:t>
            </a:r>
          </a:p>
        </p:txBody>
      </p:sp>
      <p:sp>
        <p:nvSpPr>
          <p:cNvPr id="311" name="Google Shape;311;p5"/>
          <p:cNvSpPr txBox="1"/>
          <p:nvPr/>
        </p:nvSpPr>
        <p:spPr>
          <a:xfrm>
            <a:off x="1754369" y="7585333"/>
            <a:ext cx="39861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Write the proposed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business solution</a:t>
            </a:r>
          </a:p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here and elaborate on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7"/>
        </a:solidFill>
        <a:effectLst/>
      </p:bgPr>
    </p:bg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6" name="Google Shape;316;p6"/>
          <p:cNvGrpSpPr/>
          <p:nvPr/>
        </p:nvGrpSpPr>
        <p:grpSpPr>
          <a:xfrm>
            <a:off x="-218317" y="-2912955"/>
            <a:ext cx="18743683" cy="18738744"/>
            <a:chOff x="0" y="0"/>
            <a:chExt cx="24991578" cy="24984992"/>
          </a:xfrm>
        </p:grpSpPr>
        <p:pic>
          <p:nvPicPr>
            <p:cNvPr id="317" name="Google Shape;317;p6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8" name="Google Shape;318;p6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9" name="Google Shape;319;p6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0" name="Google Shape;320;p6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21" name="Google Shape;321;p6"/>
          <p:cNvGrpSpPr/>
          <p:nvPr/>
        </p:nvGrpSpPr>
        <p:grpSpPr>
          <a:xfrm>
            <a:off x="905364" y="-840330"/>
            <a:ext cx="16477272" cy="10612682"/>
            <a:chOff x="0" y="-28575"/>
            <a:chExt cx="2706708" cy="1743336"/>
          </a:xfrm>
        </p:grpSpPr>
        <p:sp>
          <p:nvSpPr>
            <p:cNvPr id="322" name="Google Shape;322;p6"/>
            <p:cNvSpPr/>
            <p:nvPr/>
          </p:nvSpPr>
          <p:spPr>
            <a:xfrm>
              <a:off x="0" y="0"/>
              <a:ext cx="2706708" cy="1714761"/>
            </a:xfrm>
            <a:custGeom>
              <a:avLst/>
              <a:gdLst/>
              <a:ahLst/>
              <a:cxnLst/>
              <a:rect l="l" t="t" r="r" b="b"/>
              <a:pathLst>
                <a:path w="2706708" h="1714761" extrusionOk="0">
                  <a:moveTo>
                    <a:pt x="7048" y="0"/>
                  </a:moveTo>
                  <a:lnTo>
                    <a:pt x="2699660" y="0"/>
                  </a:lnTo>
                  <a:cubicBezTo>
                    <a:pt x="2703552" y="0"/>
                    <a:pt x="2706708" y="3155"/>
                    <a:pt x="2706708" y="7048"/>
                  </a:cubicBezTo>
                  <a:lnTo>
                    <a:pt x="2706708" y="1707714"/>
                  </a:lnTo>
                  <a:cubicBezTo>
                    <a:pt x="2706708" y="1711606"/>
                    <a:pt x="2703552" y="1714761"/>
                    <a:pt x="2699660" y="1714761"/>
                  </a:cubicBezTo>
                  <a:lnTo>
                    <a:pt x="7048" y="1714761"/>
                  </a:lnTo>
                  <a:cubicBezTo>
                    <a:pt x="3155" y="1714761"/>
                    <a:pt x="0" y="1711606"/>
                    <a:pt x="0" y="1707714"/>
                  </a:cubicBezTo>
                  <a:lnTo>
                    <a:pt x="0" y="7048"/>
                  </a:lnTo>
                  <a:cubicBezTo>
                    <a:pt x="0" y="3155"/>
                    <a:pt x="3155" y="0"/>
                    <a:pt x="7048" y="0"/>
                  </a:cubicBezTo>
                  <a:close/>
                </a:path>
              </a:pathLst>
            </a:custGeom>
            <a:solidFill>
              <a:srgbClr val="FFFFFF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6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3350" tIns="73350" rIns="73350" bIns="7335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4" name="Google Shape;324;p6"/>
          <p:cNvGrpSpPr/>
          <p:nvPr/>
        </p:nvGrpSpPr>
        <p:grpSpPr>
          <a:xfrm>
            <a:off x="1813367" y="1354123"/>
            <a:ext cx="6397729" cy="6397729"/>
            <a:chOff x="0" y="0"/>
            <a:chExt cx="8530305" cy="8530305"/>
          </a:xfrm>
        </p:grpSpPr>
        <p:grpSp>
          <p:nvGrpSpPr>
            <p:cNvPr id="325" name="Google Shape;325;p6"/>
            <p:cNvGrpSpPr/>
            <p:nvPr/>
          </p:nvGrpSpPr>
          <p:grpSpPr>
            <a:xfrm>
              <a:off x="0" y="0"/>
              <a:ext cx="8530305" cy="8530305"/>
              <a:chOff x="0" y="0"/>
              <a:chExt cx="812800" cy="812800"/>
            </a:xfrm>
          </p:grpSpPr>
          <p:sp>
            <p:nvSpPr>
              <p:cNvPr id="326" name="Google Shape;326;p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630849" y="0"/>
                      <a:pt x="812800" y="181951"/>
                      <a:pt x="812800" y="406400"/>
                    </a:cubicBezTo>
                    <a:cubicBezTo>
                      <a:pt x="812800" y="630849"/>
                      <a:pt x="630849" y="812800"/>
                      <a:pt x="406400" y="812800"/>
                    </a:cubicBezTo>
                    <a:cubicBezTo>
                      <a:pt x="181951" y="812800"/>
                      <a:pt x="0" y="630849"/>
                      <a:pt x="0" y="406400"/>
                    </a:cubicBezTo>
                    <a:cubicBezTo>
                      <a:pt x="0" y="181951"/>
                      <a:pt x="181951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DAF3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Google Shape;327;p6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8" name="Google Shape;328;p6"/>
            <p:cNvGrpSpPr/>
            <p:nvPr/>
          </p:nvGrpSpPr>
          <p:grpSpPr>
            <a:xfrm>
              <a:off x="402162" y="402162"/>
              <a:ext cx="7725982" cy="7725982"/>
              <a:chOff x="0" y="0"/>
              <a:chExt cx="812800" cy="812800"/>
            </a:xfrm>
          </p:grpSpPr>
          <p:sp>
            <p:nvSpPr>
              <p:cNvPr id="329" name="Google Shape;329;p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630849" y="0"/>
                      <a:pt x="812800" y="181951"/>
                      <a:pt x="812800" y="406400"/>
                    </a:cubicBezTo>
                    <a:cubicBezTo>
                      <a:pt x="812800" y="630849"/>
                      <a:pt x="630849" y="812800"/>
                      <a:pt x="406400" y="812800"/>
                    </a:cubicBezTo>
                    <a:cubicBezTo>
                      <a:pt x="181951" y="812800"/>
                      <a:pt x="0" y="630849"/>
                      <a:pt x="0" y="406400"/>
                    </a:cubicBezTo>
                    <a:cubicBezTo>
                      <a:pt x="0" y="181951"/>
                      <a:pt x="181951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Google Shape;330;p6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31" name="Google Shape;331;p6"/>
            <p:cNvSpPr txBox="1"/>
            <p:nvPr/>
          </p:nvSpPr>
          <p:spPr>
            <a:xfrm>
              <a:off x="881481" y="2793226"/>
              <a:ext cx="6785100" cy="277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500" b="1" i="0" u="none" strike="noStrike" cap="none" dirty="0">
                  <a:solidFill>
                    <a:srgbClr val="AC74F8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Write the company's unique value proposition.</a:t>
              </a:r>
            </a:p>
          </p:txBody>
        </p:sp>
      </p:grpSp>
      <p:sp>
        <p:nvSpPr>
          <p:cNvPr id="332" name="Google Shape;332;p6"/>
          <p:cNvSpPr/>
          <p:nvPr/>
        </p:nvSpPr>
        <p:spPr>
          <a:xfrm>
            <a:off x="9185700" y="-40575"/>
            <a:ext cx="7535385" cy="6532003"/>
          </a:xfrm>
          <a:custGeom>
            <a:avLst/>
            <a:gdLst/>
            <a:ahLst/>
            <a:cxnLst/>
            <a:rect l="l" t="t" r="r" b="b"/>
            <a:pathLst>
              <a:path w="2811711" h="2476589" extrusionOk="0">
                <a:moveTo>
                  <a:pt x="0" y="0"/>
                </a:moveTo>
                <a:lnTo>
                  <a:pt x="2811711" y="0"/>
                </a:lnTo>
                <a:lnTo>
                  <a:pt x="2811711" y="2476589"/>
                </a:lnTo>
                <a:lnTo>
                  <a:pt x="0" y="2476589"/>
                </a:lnTo>
                <a:close/>
              </a:path>
            </a:pathLst>
          </a:custGeom>
          <a:solidFill>
            <a:srgbClr val="FFFFFF"/>
          </a:solidFill>
          <a:ln w="76200" cap="flat" cmpd="sng">
            <a:solidFill>
              <a:srgbClr val="AC74F8"/>
            </a:solidFill>
            <a:prstDash val="solid"/>
            <a:round/>
            <a:headEnd type="none" w="sm" len="sm"/>
            <a:tailEnd type="none" w="sm" len="sm"/>
          </a:ln>
        </p:spPr>
      </p:sp>
      <p:pic>
        <p:nvPicPr>
          <p:cNvPr id="333" name="Google Shape;333;p6"/>
          <p:cNvPicPr preferRelativeResize="0"/>
          <p:nvPr/>
        </p:nvPicPr>
        <p:blipFill rotWithShape="1">
          <a:blip r:embed="rId4"/>
          <a:srcRect l="25636" r="9390"/>
          <a:stretch>
            <a:fillRect/>
          </a:stretch>
        </p:blipFill>
        <p:spPr>
          <a:xfrm>
            <a:off x="9224222" y="0"/>
            <a:ext cx="7457429" cy="645641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4" name="Google Shape;334;p6"/>
          <p:cNvGrpSpPr/>
          <p:nvPr/>
        </p:nvGrpSpPr>
        <p:grpSpPr>
          <a:xfrm rot="-1800674">
            <a:off x="131567" y="6996989"/>
            <a:ext cx="1911427" cy="1911427"/>
            <a:chOff x="0" y="0"/>
            <a:chExt cx="2548569" cy="2548569"/>
          </a:xfrm>
        </p:grpSpPr>
        <p:grpSp>
          <p:nvGrpSpPr>
            <p:cNvPr id="335" name="Google Shape;335;p6"/>
            <p:cNvGrpSpPr/>
            <p:nvPr/>
          </p:nvGrpSpPr>
          <p:grpSpPr>
            <a:xfrm>
              <a:off x="0" y="0"/>
              <a:ext cx="2548569" cy="2548569"/>
              <a:chOff x="0" y="0"/>
              <a:chExt cx="812800" cy="812800"/>
            </a:xfrm>
          </p:grpSpPr>
          <p:sp>
            <p:nvSpPr>
              <p:cNvPr id="336" name="Google Shape;336;p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630849" y="0"/>
                      <a:pt x="812800" y="181951"/>
                      <a:pt x="812800" y="406400"/>
                    </a:cubicBezTo>
                    <a:cubicBezTo>
                      <a:pt x="812800" y="630849"/>
                      <a:pt x="630849" y="812800"/>
                      <a:pt x="406400" y="812800"/>
                    </a:cubicBezTo>
                    <a:cubicBezTo>
                      <a:pt x="181951" y="812800"/>
                      <a:pt x="0" y="630849"/>
                      <a:pt x="0" y="406400"/>
                    </a:cubicBezTo>
                    <a:cubicBezTo>
                      <a:pt x="0" y="181951"/>
                      <a:pt x="181951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EEBD4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Google Shape;337;p6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8" name="Google Shape;338;p6"/>
            <p:cNvGrpSpPr/>
            <p:nvPr/>
          </p:nvGrpSpPr>
          <p:grpSpPr>
            <a:xfrm>
              <a:off x="534288" y="662269"/>
              <a:ext cx="1437595" cy="1209959"/>
              <a:chOff x="-33680" y="-8369"/>
              <a:chExt cx="854946" cy="719569"/>
            </a:xfrm>
          </p:grpSpPr>
          <p:sp>
            <p:nvSpPr>
              <p:cNvPr id="339" name="Google Shape;339;p6"/>
              <p:cNvSpPr/>
              <p:nvPr/>
            </p:nvSpPr>
            <p:spPr>
              <a:xfrm>
                <a:off x="-33680" y="-8369"/>
                <a:ext cx="854946" cy="719569"/>
              </a:xfrm>
              <a:custGeom>
                <a:avLst/>
                <a:gdLst/>
                <a:ahLst/>
                <a:cxnLst/>
                <a:rect l="l" t="t" r="r" b="b"/>
                <a:pathLst>
                  <a:path w="854946" h="719569" extrusionOk="0">
                    <a:moveTo>
                      <a:pt x="65903" y="121927"/>
                    </a:moveTo>
                    <a:cubicBezTo>
                      <a:pt x="0" y="230500"/>
                      <a:pt x="46429" y="336178"/>
                      <a:pt x="104776" y="392266"/>
                    </a:cubicBezTo>
                    <a:lnTo>
                      <a:pt x="445927" y="719569"/>
                    </a:lnTo>
                    <a:lnTo>
                      <a:pt x="779877" y="393436"/>
                    </a:lnTo>
                    <a:cubicBezTo>
                      <a:pt x="834145" y="333099"/>
                      <a:pt x="854946" y="269099"/>
                      <a:pt x="843393" y="197834"/>
                    </a:cubicBezTo>
                    <a:cubicBezTo>
                      <a:pt x="827435" y="99251"/>
                      <a:pt x="746197" y="22767"/>
                      <a:pt x="645842" y="11845"/>
                    </a:cubicBezTo>
                    <a:cubicBezTo>
                      <a:pt x="584292" y="5218"/>
                      <a:pt x="524835" y="22636"/>
                      <a:pt x="478430" y="61198"/>
                    </a:cubicBezTo>
                    <a:cubicBezTo>
                      <a:pt x="465940" y="71573"/>
                      <a:pt x="454776" y="83173"/>
                      <a:pt x="445047" y="95780"/>
                    </a:cubicBezTo>
                    <a:cubicBezTo>
                      <a:pt x="433503" y="81425"/>
                      <a:pt x="419967" y="68294"/>
                      <a:pt x="404657" y="56657"/>
                    </a:cubicBezTo>
                    <a:cubicBezTo>
                      <a:pt x="351294" y="16102"/>
                      <a:pt x="283367" y="0"/>
                      <a:pt x="218120" y="12523"/>
                    </a:cubicBezTo>
                    <a:cubicBezTo>
                      <a:pt x="156323" y="24461"/>
                      <a:pt x="100853" y="64323"/>
                      <a:pt x="65903" y="121927"/>
                    </a:cubicBezTo>
                    <a:close/>
                  </a:path>
                </a:pathLst>
              </a:custGeom>
              <a:solidFill>
                <a:srgbClr val="DDFAE2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Google Shape;340;p6"/>
              <p:cNvSpPr txBox="1"/>
              <p:nvPr/>
            </p:nvSpPr>
            <p:spPr>
              <a:xfrm>
                <a:off x="76200" y="22225"/>
                <a:ext cx="660400" cy="561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41" name="Google Shape;341;p6"/>
          <p:cNvSpPr txBox="1"/>
          <p:nvPr/>
        </p:nvSpPr>
        <p:spPr>
          <a:xfrm>
            <a:off x="9224222" y="7223068"/>
            <a:ext cx="7457400" cy="15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Turn an unaware visitor into an interested customer by expounding on your company’s compelling, unique value proposition here.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7"/>
        </a:solidFill>
        <a:effectLst/>
      </p:bgPr>
    </p:bg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6" name="Google Shape;346;p7"/>
          <p:cNvGrpSpPr/>
          <p:nvPr/>
        </p:nvGrpSpPr>
        <p:grpSpPr>
          <a:xfrm>
            <a:off x="-218317" y="-2912955"/>
            <a:ext cx="18743683" cy="18738744"/>
            <a:chOff x="0" y="0"/>
            <a:chExt cx="24991578" cy="24984992"/>
          </a:xfrm>
        </p:grpSpPr>
        <p:pic>
          <p:nvPicPr>
            <p:cNvPr id="347" name="Google Shape;347;p7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8" name="Google Shape;348;p7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9" name="Google Shape;349;p7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0" name="Google Shape;350;p7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51" name="Google Shape;351;p7"/>
          <p:cNvGrpSpPr/>
          <p:nvPr/>
        </p:nvGrpSpPr>
        <p:grpSpPr>
          <a:xfrm>
            <a:off x="2112027" y="575668"/>
            <a:ext cx="6574410" cy="5121927"/>
            <a:chOff x="0" y="-28575"/>
            <a:chExt cx="1079973" cy="841375"/>
          </a:xfrm>
        </p:grpSpPr>
        <p:sp>
          <p:nvSpPr>
            <p:cNvPr id="352" name="Google Shape;352;p7"/>
            <p:cNvSpPr/>
            <p:nvPr/>
          </p:nvSpPr>
          <p:spPr>
            <a:xfrm>
              <a:off x="0" y="0"/>
              <a:ext cx="1079973" cy="690368"/>
            </a:xfrm>
            <a:custGeom>
              <a:avLst/>
              <a:gdLst/>
              <a:ahLst/>
              <a:cxnLst/>
              <a:rect l="l" t="t" r="r" b="b"/>
              <a:pathLst>
                <a:path w="1079973" h="690368" extrusionOk="0">
                  <a:moveTo>
                    <a:pt x="17664" y="0"/>
                  </a:moveTo>
                  <a:lnTo>
                    <a:pt x="1062309" y="0"/>
                  </a:lnTo>
                  <a:cubicBezTo>
                    <a:pt x="1072065" y="0"/>
                    <a:pt x="1079973" y="7908"/>
                    <a:pt x="1079973" y="17664"/>
                  </a:cubicBezTo>
                  <a:lnTo>
                    <a:pt x="1079973" y="672704"/>
                  </a:lnTo>
                  <a:cubicBezTo>
                    <a:pt x="1079973" y="682459"/>
                    <a:pt x="1072065" y="690368"/>
                    <a:pt x="1062309" y="690368"/>
                  </a:cubicBezTo>
                  <a:lnTo>
                    <a:pt x="17664" y="690368"/>
                  </a:lnTo>
                  <a:cubicBezTo>
                    <a:pt x="12979" y="690368"/>
                    <a:pt x="8486" y="688507"/>
                    <a:pt x="5174" y="685194"/>
                  </a:cubicBezTo>
                  <a:cubicBezTo>
                    <a:pt x="1861" y="681882"/>
                    <a:pt x="0" y="677389"/>
                    <a:pt x="0" y="672704"/>
                  </a:cubicBezTo>
                  <a:lnTo>
                    <a:pt x="0" y="17664"/>
                  </a:lnTo>
                  <a:cubicBezTo>
                    <a:pt x="0" y="7908"/>
                    <a:pt x="7908" y="0"/>
                    <a:pt x="17664" y="0"/>
                  </a:cubicBezTo>
                  <a:close/>
                </a:path>
              </a:pathLst>
            </a:custGeom>
            <a:solidFill>
              <a:srgbClr val="C1EBE6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7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3350" tIns="73350" rIns="73350" bIns="7335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4" name="Google Shape;354;p7"/>
          <p:cNvGrpSpPr/>
          <p:nvPr/>
        </p:nvGrpSpPr>
        <p:grpSpPr>
          <a:xfrm>
            <a:off x="2112027" y="5160766"/>
            <a:ext cx="6574410" cy="5121927"/>
            <a:chOff x="0" y="-28575"/>
            <a:chExt cx="1079973" cy="841375"/>
          </a:xfrm>
        </p:grpSpPr>
        <p:sp>
          <p:nvSpPr>
            <p:cNvPr id="355" name="Google Shape;355;p7"/>
            <p:cNvSpPr/>
            <p:nvPr/>
          </p:nvSpPr>
          <p:spPr>
            <a:xfrm>
              <a:off x="0" y="0"/>
              <a:ext cx="1079973" cy="690368"/>
            </a:xfrm>
            <a:custGeom>
              <a:avLst/>
              <a:gdLst/>
              <a:ahLst/>
              <a:cxnLst/>
              <a:rect l="l" t="t" r="r" b="b"/>
              <a:pathLst>
                <a:path w="1079973" h="690368" extrusionOk="0">
                  <a:moveTo>
                    <a:pt x="17664" y="0"/>
                  </a:moveTo>
                  <a:lnTo>
                    <a:pt x="1062309" y="0"/>
                  </a:lnTo>
                  <a:cubicBezTo>
                    <a:pt x="1072065" y="0"/>
                    <a:pt x="1079973" y="7908"/>
                    <a:pt x="1079973" y="17664"/>
                  </a:cubicBezTo>
                  <a:lnTo>
                    <a:pt x="1079973" y="672704"/>
                  </a:lnTo>
                  <a:cubicBezTo>
                    <a:pt x="1079973" y="682459"/>
                    <a:pt x="1072065" y="690368"/>
                    <a:pt x="1062309" y="690368"/>
                  </a:cubicBezTo>
                  <a:lnTo>
                    <a:pt x="17664" y="690368"/>
                  </a:lnTo>
                  <a:cubicBezTo>
                    <a:pt x="12979" y="690368"/>
                    <a:pt x="8486" y="688507"/>
                    <a:pt x="5174" y="685194"/>
                  </a:cubicBezTo>
                  <a:cubicBezTo>
                    <a:pt x="1861" y="681882"/>
                    <a:pt x="0" y="677389"/>
                    <a:pt x="0" y="672704"/>
                  </a:cubicBezTo>
                  <a:lnTo>
                    <a:pt x="0" y="17664"/>
                  </a:lnTo>
                  <a:cubicBezTo>
                    <a:pt x="0" y="7908"/>
                    <a:pt x="7908" y="0"/>
                    <a:pt x="17664" y="0"/>
                  </a:cubicBezTo>
                  <a:close/>
                </a:path>
              </a:pathLst>
            </a:custGeom>
            <a:solidFill>
              <a:srgbClr val="C1EBE6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7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3350" tIns="73350" rIns="73350" bIns="7335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7" name="Google Shape;357;p7"/>
          <p:cNvGrpSpPr/>
          <p:nvPr/>
        </p:nvGrpSpPr>
        <p:grpSpPr>
          <a:xfrm>
            <a:off x="9620612" y="575668"/>
            <a:ext cx="6574410" cy="5121927"/>
            <a:chOff x="0" y="-28575"/>
            <a:chExt cx="1079973" cy="841375"/>
          </a:xfrm>
        </p:grpSpPr>
        <p:sp>
          <p:nvSpPr>
            <p:cNvPr id="358" name="Google Shape;358;p7"/>
            <p:cNvSpPr/>
            <p:nvPr/>
          </p:nvSpPr>
          <p:spPr>
            <a:xfrm>
              <a:off x="0" y="0"/>
              <a:ext cx="1079973" cy="690368"/>
            </a:xfrm>
            <a:custGeom>
              <a:avLst/>
              <a:gdLst/>
              <a:ahLst/>
              <a:cxnLst/>
              <a:rect l="l" t="t" r="r" b="b"/>
              <a:pathLst>
                <a:path w="1079973" h="690368" extrusionOk="0">
                  <a:moveTo>
                    <a:pt x="17664" y="0"/>
                  </a:moveTo>
                  <a:lnTo>
                    <a:pt x="1062309" y="0"/>
                  </a:lnTo>
                  <a:cubicBezTo>
                    <a:pt x="1072065" y="0"/>
                    <a:pt x="1079973" y="7908"/>
                    <a:pt x="1079973" y="17664"/>
                  </a:cubicBezTo>
                  <a:lnTo>
                    <a:pt x="1079973" y="672704"/>
                  </a:lnTo>
                  <a:cubicBezTo>
                    <a:pt x="1079973" y="682459"/>
                    <a:pt x="1072065" y="690368"/>
                    <a:pt x="1062309" y="690368"/>
                  </a:cubicBezTo>
                  <a:lnTo>
                    <a:pt x="17664" y="690368"/>
                  </a:lnTo>
                  <a:cubicBezTo>
                    <a:pt x="12979" y="690368"/>
                    <a:pt x="8486" y="688507"/>
                    <a:pt x="5174" y="685194"/>
                  </a:cubicBezTo>
                  <a:cubicBezTo>
                    <a:pt x="1861" y="681882"/>
                    <a:pt x="0" y="677389"/>
                    <a:pt x="0" y="672704"/>
                  </a:cubicBezTo>
                  <a:lnTo>
                    <a:pt x="0" y="17664"/>
                  </a:lnTo>
                  <a:cubicBezTo>
                    <a:pt x="0" y="7908"/>
                    <a:pt x="7908" y="0"/>
                    <a:pt x="17664" y="0"/>
                  </a:cubicBezTo>
                  <a:close/>
                </a:path>
              </a:pathLst>
            </a:custGeom>
            <a:solidFill>
              <a:srgbClr val="C1EBE6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7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3350" tIns="73350" rIns="73350" bIns="7335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0" name="Google Shape;360;p7"/>
          <p:cNvGrpSpPr/>
          <p:nvPr/>
        </p:nvGrpSpPr>
        <p:grpSpPr>
          <a:xfrm>
            <a:off x="9620612" y="5160766"/>
            <a:ext cx="6574410" cy="5121927"/>
            <a:chOff x="0" y="-28575"/>
            <a:chExt cx="1079973" cy="841375"/>
          </a:xfrm>
        </p:grpSpPr>
        <p:sp>
          <p:nvSpPr>
            <p:cNvPr id="361" name="Google Shape;361;p7"/>
            <p:cNvSpPr/>
            <p:nvPr/>
          </p:nvSpPr>
          <p:spPr>
            <a:xfrm>
              <a:off x="0" y="0"/>
              <a:ext cx="1079973" cy="690368"/>
            </a:xfrm>
            <a:custGeom>
              <a:avLst/>
              <a:gdLst/>
              <a:ahLst/>
              <a:cxnLst/>
              <a:rect l="l" t="t" r="r" b="b"/>
              <a:pathLst>
                <a:path w="1079973" h="690368" extrusionOk="0">
                  <a:moveTo>
                    <a:pt x="17664" y="0"/>
                  </a:moveTo>
                  <a:lnTo>
                    <a:pt x="1062309" y="0"/>
                  </a:lnTo>
                  <a:cubicBezTo>
                    <a:pt x="1072065" y="0"/>
                    <a:pt x="1079973" y="7908"/>
                    <a:pt x="1079973" y="17664"/>
                  </a:cubicBezTo>
                  <a:lnTo>
                    <a:pt x="1079973" y="672704"/>
                  </a:lnTo>
                  <a:cubicBezTo>
                    <a:pt x="1079973" y="682459"/>
                    <a:pt x="1072065" y="690368"/>
                    <a:pt x="1062309" y="690368"/>
                  </a:cubicBezTo>
                  <a:lnTo>
                    <a:pt x="17664" y="690368"/>
                  </a:lnTo>
                  <a:cubicBezTo>
                    <a:pt x="12979" y="690368"/>
                    <a:pt x="8486" y="688507"/>
                    <a:pt x="5174" y="685194"/>
                  </a:cubicBezTo>
                  <a:cubicBezTo>
                    <a:pt x="1861" y="681882"/>
                    <a:pt x="0" y="677389"/>
                    <a:pt x="0" y="672704"/>
                  </a:cubicBezTo>
                  <a:lnTo>
                    <a:pt x="0" y="17664"/>
                  </a:lnTo>
                  <a:cubicBezTo>
                    <a:pt x="0" y="7908"/>
                    <a:pt x="7908" y="0"/>
                    <a:pt x="17664" y="0"/>
                  </a:cubicBezTo>
                  <a:close/>
                </a:path>
              </a:pathLst>
            </a:custGeom>
            <a:solidFill>
              <a:srgbClr val="C1EBE6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7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3350" tIns="73350" rIns="73350" bIns="7335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3" name="Google Shape;363;p7"/>
          <p:cNvGrpSpPr/>
          <p:nvPr/>
        </p:nvGrpSpPr>
        <p:grpSpPr>
          <a:xfrm>
            <a:off x="2745004" y="956134"/>
            <a:ext cx="5308457" cy="5121937"/>
            <a:chOff x="0" y="-28575"/>
            <a:chExt cx="872016" cy="841375"/>
          </a:xfrm>
        </p:grpSpPr>
        <p:sp>
          <p:nvSpPr>
            <p:cNvPr id="364" name="Google Shape;364;p7"/>
            <p:cNvSpPr/>
            <p:nvPr/>
          </p:nvSpPr>
          <p:spPr>
            <a:xfrm>
              <a:off x="0" y="0"/>
              <a:ext cx="872016" cy="99932"/>
            </a:xfrm>
            <a:custGeom>
              <a:avLst/>
              <a:gdLst/>
              <a:ahLst/>
              <a:cxnLst/>
              <a:rect l="l" t="t" r="r" b="b"/>
              <a:pathLst>
                <a:path w="872016" h="99932" extrusionOk="0">
                  <a:moveTo>
                    <a:pt x="30627" y="0"/>
                  </a:moveTo>
                  <a:lnTo>
                    <a:pt x="841389" y="0"/>
                  </a:lnTo>
                  <a:cubicBezTo>
                    <a:pt x="849512" y="0"/>
                    <a:pt x="857302" y="3227"/>
                    <a:pt x="863045" y="8970"/>
                  </a:cubicBezTo>
                  <a:cubicBezTo>
                    <a:pt x="868789" y="14714"/>
                    <a:pt x="872016" y="22504"/>
                    <a:pt x="872016" y="30627"/>
                  </a:cubicBezTo>
                  <a:lnTo>
                    <a:pt x="872016" y="69305"/>
                  </a:lnTo>
                  <a:cubicBezTo>
                    <a:pt x="872016" y="77428"/>
                    <a:pt x="868789" y="85218"/>
                    <a:pt x="863045" y="90962"/>
                  </a:cubicBezTo>
                  <a:cubicBezTo>
                    <a:pt x="857302" y="96705"/>
                    <a:pt x="849512" y="99932"/>
                    <a:pt x="841389" y="99932"/>
                  </a:cubicBezTo>
                  <a:lnTo>
                    <a:pt x="30627" y="99932"/>
                  </a:lnTo>
                  <a:cubicBezTo>
                    <a:pt x="22504" y="99932"/>
                    <a:pt x="14714" y="96705"/>
                    <a:pt x="8970" y="90962"/>
                  </a:cubicBezTo>
                  <a:cubicBezTo>
                    <a:pt x="3227" y="85218"/>
                    <a:pt x="0" y="77428"/>
                    <a:pt x="0" y="69305"/>
                  </a:cubicBezTo>
                  <a:lnTo>
                    <a:pt x="0" y="30627"/>
                  </a:lnTo>
                  <a:cubicBezTo>
                    <a:pt x="0" y="22504"/>
                    <a:pt x="3227" y="14714"/>
                    <a:pt x="8970" y="8970"/>
                  </a:cubicBezTo>
                  <a:cubicBezTo>
                    <a:pt x="14714" y="3227"/>
                    <a:pt x="22504" y="0"/>
                    <a:pt x="306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7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3350" tIns="73350" rIns="73350" bIns="7335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6" name="Google Shape;366;p7"/>
          <p:cNvGrpSpPr/>
          <p:nvPr/>
        </p:nvGrpSpPr>
        <p:grpSpPr>
          <a:xfrm>
            <a:off x="10253589" y="956134"/>
            <a:ext cx="5308457" cy="5121937"/>
            <a:chOff x="0" y="-28575"/>
            <a:chExt cx="872016" cy="841375"/>
          </a:xfrm>
        </p:grpSpPr>
        <p:sp>
          <p:nvSpPr>
            <p:cNvPr id="367" name="Google Shape;367;p7"/>
            <p:cNvSpPr/>
            <p:nvPr/>
          </p:nvSpPr>
          <p:spPr>
            <a:xfrm>
              <a:off x="0" y="0"/>
              <a:ext cx="872016" cy="99932"/>
            </a:xfrm>
            <a:custGeom>
              <a:avLst/>
              <a:gdLst/>
              <a:ahLst/>
              <a:cxnLst/>
              <a:rect l="l" t="t" r="r" b="b"/>
              <a:pathLst>
                <a:path w="872016" h="99932" extrusionOk="0">
                  <a:moveTo>
                    <a:pt x="30627" y="0"/>
                  </a:moveTo>
                  <a:lnTo>
                    <a:pt x="841389" y="0"/>
                  </a:lnTo>
                  <a:cubicBezTo>
                    <a:pt x="849512" y="0"/>
                    <a:pt x="857302" y="3227"/>
                    <a:pt x="863045" y="8970"/>
                  </a:cubicBezTo>
                  <a:cubicBezTo>
                    <a:pt x="868789" y="14714"/>
                    <a:pt x="872016" y="22504"/>
                    <a:pt x="872016" y="30627"/>
                  </a:cubicBezTo>
                  <a:lnTo>
                    <a:pt x="872016" y="69305"/>
                  </a:lnTo>
                  <a:cubicBezTo>
                    <a:pt x="872016" y="77428"/>
                    <a:pt x="868789" y="85218"/>
                    <a:pt x="863045" y="90962"/>
                  </a:cubicBezTo>
                  <a:cubicBezTo>
                    <a:pt x="857302" y="96705"/>
                    <a:pt x="849512" y="99932"/>
                    <a:pt x="841389" y="99932"/>
                  </a:cubicBezTo>
                  <a:lnTo>
                    <a:pt x="30627" y="99932"/>
                  </a:lnTo>
                  <a:cubicBezTo>
                    <a:pt x="22504" y="99932"/>
                    <a:pt x="14714" y="96705"/>
                    <a:pt x="8970" y="90962"/>
                  </a:cubicBezTo>
                  <a:cubicBezTo>
                    <a:pt x="3227" y="85218"/>
                    <a:pt x="0" y="77428"/>
                    <a:pt x="0" y="69305"/>
                  </a:cubicBezTo>
                  <a:lnTo>
                    <a:pt x="0" y="30627"/>
                  </a:lnTo>
                  <a:cubicBezTo>
                    <a:pt x="0" y="22504"/>
                    <a:pt x="3227" y="14714"/>
                    <a:pt x="8970" y="8970"/>
                  </a:cubicBezTo>
                  <a:cubicBezTo>
                    <a:pt x="14714" y="3227"/>
                    <a:pt x="22504" y="0"/>
                    <a:pt x="306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7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3350" tIns="73350" rIns="73350" bIns="7335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9" name="Google Shape;369;p7"/>
          <p:cNvGrpSpPr/>
          <p:nvPr/>
        </p:nvGrpSpPr>
        <p:grpSpPr>
          <a:xfrm>
            <a:off x="10253589" y="5541231"/>
            <a:ext cx="5308457" cy="5121937"/>
            <a:chOff x="0" y="-28575"/>
            <a:chExt cx="872016" cy="841375"/>
          </a:xfrm>
        </p:grpSpPr>
        <p:sp>
          <p:nvSpPr>
            <p:cNvPr id="370" name="Google Shape;370;p7"/>
            <p:cNvSpPr/>
            <p:nvPr/>
          </p:nvSpPr>
          <p:spPr>
            <a:xfrm>
              <a:off x="0" y="0"/>
              <a:ext cx="872016" cy="99932"/>
            </a:xfrm>
            <a:custGeom>
              <a:avLst/>
              <a:gdLst/>
              <a:ahLst/>
              <a:cxnLst/>
              <a:rect l="l" t="t" r="r" b="b"/>
              <a:pathLst>
                <a:path w="872016" h="99932" extrusionOk="0">
                  <a:moveTo>
                    <a:pt x="30627" y="0"/>
                  </a:moveTo>
                  <a:lnTo>
                    <a:pt x="841389" y="0"/>
                  </a:lnTo>
                  <a:cubicBezTo>
                    <a:pt x="849512" y="0"/>
                    <a:pt x="857302" y="3227"/>
                    <a:pt x="863045" y="8970"/>
                  </a:cubicBezTo>
                  <a:cubicBezTo>
                    <a:pt x="868789" y="14714"/>
                    <a:pt x="872016" y="22504"/>
                    <a:pt x="872016" y="30627"/>
                  </a:cubicBezTo>
                  <a:lnTo>
                    <a:pt x="872016" y="69305"/>
                  </a:lnTo>
                  <a:cubicBezTo>
                    <a:pt x="872016" y="77428"/>
                    <a:pt x="868789" y="85218"/>
                    <a:pt x="863045" y="90962"/>
                  </a:cubicBezTo>
                  <a:cubicBezTo>
                    <a:pt x="857302" y="96705"/>
                    <a:pt x="849512" y="99932"/>
                    <a:pt x="841389" y="99932"/>
                  </a:cubicBezTo>
                  <a:lnTo>
                    <a:pt x="30627" y="99932"/>
                  </a:lnTo>
                  <a:cubicBezTo>
                    <a:pt x="22504" y="99932"/>
                    <a:pt x="14714" y="96705"/>
                    <a:pt x="8970" y="90962"/>
                  </a:cubicBezTo>
                  <a:cubicBezTo>
                    <a:pt x="3227" y="85218"/>
                    <a:pt x="0" y="77428"/>
                    <a:pt x="0" y="69305"/>
                  </a:cubicBezTo>
                  <a:lnTo>
                    <a:pt x="0" y="30627"/>
                  </a:lnTo>
                  <a:cubicBezTo>
                    <a:pt x="0" y="22504"/>
                    <a:pt x="3227" y="14714"/>
                    <a:pt x="8970" y="8970"/>
                  </a:cubicBezTo>
                  <a:cubicBezTo>
                    <a:pt x="14714" y="3227"/>
                    <a:pt x="22504" y="0"/>
                    <a:pt x="306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7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3350" tIns="73350" rIns="73350" bIns="7335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2" name="Google Shape;372;p7"/>
          <p:cNvGrpSpPr/>
          <p:nvPr/>
        </p:nvGrpSpPr>
        <p:grpSpPr>
          <a:xfrm>
            <a:off x="2745004" y="5541231"/>
            <a:ext cx="5308457" cy="5121937"/>
            <a:chOff x="0" y="-28575"/>
            <a:chExt cx="872016" cy="841375"/>
          </a:xfrm>
        </p:grpSpPr>
        <p:sp>
          <p:nvSpPr>
            <p:cNvPr id="373" name="Google Shape;373;p7"/>
            <p:cNvSpPr/>
            <p:nvPr/>
          </p:nvSpPr>
          <p:spPr>
            <a:xfrm>
              <a:off x="0" y="0"/>
              <a:ext cx="872016" cy="99932"/>
            </a:xfrm>
            <a:custGeom>
              <a:avLst/>
              <a:gdLst/>
              <a:ahLst/>
              <a:cxnLst/>
              <a:rect l="l" t="t" r="r" b="b"/>
              <a:pathLst>
                <a:path w="872016" h="99932" extrusionOk="0">
                  <a:moveTo>
                    <a:pt x="30627" y="0"/>
                  </a:moveTo>
                  <a:lnTo>
                    <a:pt x="841389" y="0"/>
                  </a:lnTo>
                  <a:cubicBezTo>
                    <a:pt x="849512" y="0"/>
                    <a:pt x="857302" y="3227"/>
                    <a:pt x="863045" y="8970"/>
                  </a:cubicBezTo>
                  <a:cubicBezTo>
                    <a:pt x="868789" y="14714"/>
                    <a:pt x="872016" y="22504"/>
                    <a:pt x="872016" y="30627"/>
                  </a:cubicBezTo>
                  <a:lnTo>
                    <a:pt x="872016" y="69305"/>
                  </a:lnTo>
                  <a:cubicBezTo>
                    <a:pt x="872016" y="77428"/>
                    <a:pt x="868789" y="85218"/>
                    <a:pt x="863045" y="90962"/>
                  </a:cubicBezTo>
                  <a:cubicBezTo>
                    <a:pt x="857302" y="96705"/>
                    <a:pt x="849512" y="99932"/>
                    <a:pt x="841389" y="99932"/>
                  </a:cubicBezTo>
                  <a:lnTo>
                    <a:pt x="30627" y="99932"/>
                  </a:lnTo>
                  <a:cubicBezTo>
                    <a:pt x="22504" y="99932"/>
                    <a:pt x="14714" y="96705"/>
                    <a:pt x="8970" y="90962"/>
                  </a:cubicBezTo>
                  <a:cubicBezTo>
                    <a:pt x="3227" y="85218"/>
                    <a:pt x="0" y="77428"/>
                    <a:pt x="0" y="69305"/>
                  </a:cubicBezTo>
                  <a:lnTo>
                    <a:pt x="0" y="30627"/>
                  </a:lnTo>
                  <a:cubicBezTo>
                    <a:pt x="0" y="22504"/>
                    <a:pt x="3227" y="14714"/>
                    <a:pt x="8970" y="8970"/>
                  </a:cubicBezTo>
                  <a:cubicBezTo>
                    <a:pt x="14714" y="3227"/>
                    <a:pt x="22504" y="0"/>
                    <a:pt x="306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7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3350" tIns="73350" rIns="73350" bIns="7335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5" name="Google Shape;375;p7"/>
          <p:cNvGrpSpPr/>
          <p:nvPr/>
        </p:nvGrpSpPr>
        <p:grpSpPr>
          <a:xfrm>
            <a:off x="7318203" y="1239336"/>
            <a:ext cx="357149" cy="366499"/>
            <a:chOff x="7318203" y="1239336"/>
            <a:chExt cx="357149" cy="366499"/>
          </a:xfrm>
        </p:grpSpPr>
        <p:grpSp>
          <p:nvGrpSpPr>
            <p:cNvPr id="376" name="Google Shape;376;p7"/>
            <p:cNvGrpSpPr/>
            <p:nvPr/>
          </p:nvGrpSpPr>
          <p:grpSpPr>
            <a:xfrm>
              <a:off x="7318203" y="1239336"/>
              <a:ext cx="300770" cy="302118"/>
              <a:chOff x="1813" y="0"/>
              <a:chExt cx="809173" cy="812800"/>
            </a:xfrm>
          </p:grpSpPr>
          <p:sp>
            <p:nvSpPr>
              <p:cNvPr id="377" name="Google Shape;377;p7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Google Shape;378;p7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379" name="Google Shape;379;p7"/>
            <p:cNvCxnSpPr/>
            <p:nvPr/>
          </p:nvCxnSpPr>
          <p:spPr>
            <a:xfrm>
              <a:off x="7594652" y="1525135"/>
              <a:ext cx="80700" cy="80700"/>
            </a:xfrm>
            <a:prstGeom prst="straightConnector1">
              <a:avLst/>
            </a:prstGeom>
            <a:noFill/>
            <a:ln w="76200" cap="rnd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380" name="Google Shape;380;p7"/>
          <p:cNvSpPr txBox="1"/>
          <p:nvPr/>
        </p:nvSpPr>
        <p:spPr>
          <a:xfrm>
            <a:off x="4192955" y="1260136"/>
            <a:ext cx="2412555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STRENGTHS</a:t>
            </a:r>
          </a:p>
        </p:txBody>
      </p:sp>
      <p:sp>
        <p:nvSpPr>
          <p:cNvPr id="381" name="Google Shape;381;p7"/>
          <p:cNvSpPr txBox="1"/>
          <p:nvPr/>
        </p:nvSpPr>
        <p:spPr>
          <a:xfrm>
            <a:off x="3906386" y="5845233"/>
            <a:ext cx="2985692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OPPORTUNITIES</a:t>
            </a:r>
          </a:p>
        </p:txBody>
      </p:sp>
      <p:sp>
        <p:nvSpPr>
          <p:cNvPr id="382" name="Google Shape;382;p7"/>
          <p:cNvSpPr txBox="1"/>
          <p:nvPr/>
        </p:nvSpPr>
        <p:spPr>
          <a:xfrm>
            <a:off x="11298964" y="1260136"/>
            <a:ext cx="3217707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WEAKNESSES</a:t>
            </a:r>
          </a:p>
        </p:txBody>
      </p:sp>
      <p:sp>
        <p:nvSpPr>
          <p:cNvPr id="383" name="Google Shape;383;p7"/>
          <p:cNvSpPr txBox="1"/>
          <p:nvPr/>
        </p:nvSpPr>
        <p:spPr>
          <a:xfrm>
            <a:off x="11298964" y="5845233"/>
            <a:ext cx="3217707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THREATS</a:t>
            </a:r>
          </a:p>
        </p:txBody>
      </p:sp>
      <p:sp>
        <p:nvSpPr>
          <p:cNvPr id="384" name="Google Shape;384;p7"/>
          <p:cNvSpPr txBox="1"/>
          <p:nvPr/>
        </p:nvSpPr>
        <p:spPr>
          <a:xfrm>
            <a:off x="3305407" y="2264189"/>
            <a:ext cx="4187651" cy="18108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2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sng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What are you doing well? </a:t>
            </a:r>
          </a:p>
          <a:p>
            <a:pPr marL="0" marR="0" lvl="0" indent="0" algn="ctr" rtl="0">
              <a:lnSpc>
                <a:spcPct val="2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sng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What sets you apart?</a:t>
            </a:r>
          </a:p>
          <a:p>
            <a:pPr marL="0" marR="0" lvl="0" indent="0" algn="ctr" rtl="0">
              <a:lnSpc>
                <a:spcPct val="2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sng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What are your good qualities?</a:t>
            </a:r>
          </a:p>
        </p:txBody>
      </p:sp>
      <p:sp>
        <p:nvSpPr>
          <p:cNvPr id="385" name="Google Shape;385;p7"/>
          <p:cNvSpPr txBox="1"/>
          <p:nvPr/>
        </p:nvSpPr>
        <p:spPr>
          <a:xfrm>
            <a:off x="3684733" y="6875978"/>
            <a:ext cx="3429000" cy="18108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2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sng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What are your goals? </a:t>
            </a:r>
          </a:p>
          <a:p>
            <a:pPr marL="0" marR="0" lvl="0" indent="0" algn="ctr" rtl="0">
              <a:lnSpc>
                <a:spcPct val="2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sng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Are demands shifting?</a:t>
            </a:r>
          </a:p>
          <a:p>
            <a:pPr marL="0" marR="0" lvl="0" indent="0" algn="ctr" rtl="0">
              <a:lnSpc>
                <a:spcPct val="2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sng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How can it be improved?</a:t>
            </a:r>
          </a:p>
        </p:txBody>
      </p:sp>
      <p:sp>
        <p:nvSpPr>
          <p:cNvPr id="386" name="Google Shape;386;p7"/>
          <p:cNvSpPr txBox="1"/>
          <p:nvPr/>
        </p:nvSpPr>
        <p:spPr>
          <a:xfrm>
            <a:off x="10428266" y="2264189"/>
            <a:ext cx="4959102" cy="18108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2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sng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Where do you need to improve? </a:t>
            </a:r>
          </a:p>
          <a:p>
            <a:pPr marL="0" marR="0" lvl="0" indent="0" algn="ctr" rtl="0">
              <a:lnSpc>
                <a:spcPct val="2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sng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Are resources adequate?</a:t>
            </a:r>
          </a:p>
          <a:p>
            <a:pPr marL="0" marR="0" lvl="0" indent="0" algn="ctr" rtl="0">
              <a:lnSpc>
                <a:spcPct val="2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sng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What do others do better than you?</a:t>
            </a:r>
          </a:p>
        </p:txBody>
      </p:sp>
      <p:sp>
        <p:nvSpPr>
          <p:cNvPr id="387" name="Google Shape;387;p7"/>
          <p:cNvSpPr txBox="1"/>
          <p:nvPr/>
        </p:nvSpPr>
        <p:spPr>
          <a:xfrm>
            <a:off x="9819913" y="7185541"/>
            <a:ext cx="6175808" cy="1191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2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sng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What are the blockers you're facing? </a:t>
            </a:r>
          </a:p>
          <a:p>
            <a:pPr marL="0" marR="0" lvl="0" indent="0" algn="ctr" rtl="0">
              <a:lnSpc>
                <a:spcPct val="2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sng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What are factors outside of your control?</a:t>
            </a:r>
          </a:p>
        </p:txBody>
      </p:sp>
      <p:grpSp>
        <p:nvGrpSpPr>
          <p:cNvPr id="388" name="Google Shape;388;p7"/>
          <p:cNvGrpSpPr/>
          <p:nvPr/>
        </p:nvGrpSpPr>
        <p:grpSpPr>
          <a:xfrm>
            <a:off x="7318203" y="5848961"/>
            <a:ext cx="357149" cy="366499"/>
            <a:chOff x="7318203" y="1239336"/>
            <a:chExt cx="357149" cy="366499"/>
          </a:xfrm>
        </p:grpSpPr>
        <p:grpSp>
          <p:nvGrpSpPr>
            <p:cNvPr id="389" name="Google Shape;389;p7"/>
            <p:cNvGrpSpPr/>
            <p:nvPr/>
          </p:nvGrpSpPr>
          <p:grpSpPr>
            <a:xfrm>
              <a:off x="7318203" y="1239336"/>
              <a:ext cx="300770" cy="302118"/>
              <a:chOff x="1813" y="0"/>
              <a:chExt cx="809173" cy="812800"/>
            </a:xfrm>
          </p:grpSpPr>
          <p:sp>
            <p:nvSpPr>
              <p:cNvPr id="390" name="Google Shape;390;p7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Google Shape;391;p7"/>
              <p:cNvSpPr txBox="1"/>
              <p:nvPr/>
            </p:nvSpPr>
            <p:spPr>
              <a:xfrm>
                <a:off x="76200" y="47625"/>
                <a:ext cx="660300" cy="68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392" name="Google Shape;392;p7"/>
            <p:cNvCxnSpPr/>
            <p:nvPr/>
          </p:nvCxnSpPr>
          <p:spPr>
            <a:xfrm>
              <a:off x="7594652" y="1525135"/>
              <a:ext cx="80700" cy="80700"/>
            </a:xfrm>
            <a:prstGeom prst="straightConnector1">
              <a:avLst/>
            </a:prstGeom>
            <a:noFill/>
            <a:ln w="76200" cap="rnd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393" name="Google Shape;393;p7"/>
          <p:cNvGrpSpPr/>
          <p:nvPr/>
        </p:nvGrpSpPr>
        <p:grpSpPr>
          <a:xfrm>
            <a:off x="14824256" y="1239336"/>
            <a:ext cx="357149" cy="366499"/>
            <a:chOff x="7318203" y="1239336"/>
            <a:chExt cx="357149" cy="366499"/>
          </a:xfrm>
        </p:grpSpPr>
        <p:grpSp>
          <p:nvGrpSpPr>
            <p:cNvPr id="394" name="Google Shape;394;p7"/>
            <p:cNvGrpSpPr/>
            <p:nvPr/>
          </p:nvGrpSpPr>
          <p:grpSpPr>
            <a:xfrm>
              <a:off x="7318203" y="1239336"/>
              <a:ext cx="300770" cy="302118"/>
              <a:chOff x="1813" y="0"/>
              <a:chExt cx="809173" cy="812800"/>
            </a:xfrm>
          </p:grpSpPr>
          <p:sp>
            <p:nvSpPr>
              <p:cNvPr id="395" name="Google Shape;395;p7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Google Shape;396;p7"/>
              <p:cNvSpPr txBox="1"/>
              <p:nvPr/>
            </p:nvSpPr>
            <p:spPr>
              <a:xfrm>
                <a:off x="76200" y="47625"/>
                <a:ext cx="660300" cy="68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397" name="Google Shape;397;p7"/>
            <p:cNvCxnSpPr/>
            <p:nvPr/>
          </p:nvCxnSpPr>
          <p:spPr>
            <a:xfrm>
              <a:off x="7594652" y="1525135"/>
              <a:ext cx="80700" cy="80700"/>
            </a:xfrm>
            <a:prstGeom prst="straightConnector1">
              <a:avLst/>
            </a:prstGeom>
            <a:noFill/>
            <a:ln w="76200" cap="rnd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398" name="Google Shape;398;p7"/>
          <p:cNvGrpSpPr/>
          <p:nvPr/>
        </p:nvGrpSpPr>
        <p:grpSpPr>
          <a:xfrm>
            <a:off x="14824256" y="5848961"/>
            <a:ext cx="357149" cy="366499"/>
            <a:chOff x="7318203" y="1239336"/>
            <a:chExt cx="357149" cy="366499"/>
          </a:xfrm>
        </p:grpSpPr>
        <p:grpSp>
          <p:nvGrpSpPr>
            <p:cNvPr id="399" name="Google Shape;399;p7"/>
            <p:cNvGrpSpPr/>
            <p:nvPr/>
          </p:nvGrpSpPr>
          <p:grpSpPr>
            <a:xfrm>
              <a:off x="7318203" y="1239336"/>
              <a:ext cx="300770" cy="302118"/>
              <a:chOff x="1813" y="0"/>
              <a:chExt cx="809173" cy="812800"/>
            </a:xfrm>
          </p:grpSpPr>
          <p:sp>
            <p:nvSpPr>
              <p:cNvPr id="400" name="Google Shape;400;p7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Google Shape;401;p7"/>
              <p:cNvSpPr txBox="1"/>
              <p:nvPr/>
            </p:nvSpPr>
            <p:spPr>
              <a:xfrm>
                <a:off x="76200" y="47625"/>
                <a:ext cx="660300" cy="68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402" name="Google Shape;402;p7"/>
            <p:cNvCxnSpPr/>
            <p:nvPr/>
          </p:nvCxnSpPr>
          <p:spPr>
            <a:xfrm>
              <a:off x="7594652" y="1525135"/>
              <a:ext cx="80700" cy="80700"/>
            </a:xfrm>
            <a:prstGeom prst="straightConnector1">
              <a:avLst/>
            </a:prstGeom>
            <a:noFill/>
            <a:ln w="76200" cap="rnd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7" name="Google Shape;407;p8"/>
          <p:cNvGrpSpPr/>
          <p:nvPr/>
        </p:nvGrpSpPr>
        <p:grpSpPr>
          <a:xfrm>
            <a:off x="-218317" y="-2912955"/>
            <a:ext cx="18743683" cy="18738744"/>
            <a:chOff x="0" y="0"/>
            <a:chExt cx="24991578" cy="24984992"/>
          </a:xfrm>
        </p:grpSpPr>
        <p:pic>
          <p:nvPicPr>
            <p:cNvPr id="408" name="Google Shape;408;p8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9" name="Google Shape;409;p8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0" name="Google Shape;410;p8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1" name="Google Shape;411;p8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12" name="Google Shape;412;p8"/>
          <p:cNvGrpSpPr/>
          <p:nvPr/>
        </p:nvGrpSpPr>
        <p:grpSpPr>
          <a:xfrm>
            <a:off x="905364" y="2723019"/>
            <a:ext cx="5005040" cy="6619715"/>
            <a:chOff x="0" y="0"/>
            <a:chExt cx="6673387" cy="8826287"/>
          </a:xfrm>
        </p:grpSpPr>
        <p:grpSp>
          <p:nvGrpSpPr>
            <p:cNvPr id="413" name="Google Shape;413;p8"/>
            <p:cNvGrpSpPr/>
            <p:nvPr/>
          </p:nvGrpSpPr>
          <p:grpSpPr>
            <a:xfrm>
              <a:off x="0" y="511429"/>
              <a:ext cx="6673387" cy="8314858"/>
              <a:chOff x="0" y="-28575"/>
              <a:chExt cx="822174" cy="1024406"/>
            </a:xfrm>
          </p:grpSpPr>
          <p:sp>
            <p:nvSpPr>
              <p:cNvPr id="414" name="Google Shape;414;p8"/>
              <p:cNvSpPr/>
              <p:nvPr/>
            </p:nvSpPr>
            <p:spPr>
              <a:xfrm>
                <a:off x="0" y="0"/>
                <a:ext cx="822174" cy="995831"/>
              </a:xfrm>
              <a:custGeom>
                <a:avLst/>
                <a:gdLst/>
                <a:ahLst/>
                <a:cxnLst/>
                <a:rect l="l" t="t" r="r" b="b"/>
                <a:pathLst>
                  <a:path w="822174" h="995831" extrusionOk="0">
                    <a:moveTo>
                      <a:pt x="23202" y="0"/>
                    </a:moveTo>
                    <a:lnTo>
                      <a:pt x="798971" y="0"/>
                    </a:lnTo>
                    <a:cubicBezTo>
                      <a:pt x="805125" y="0"/>
                      <a:pt x="811027" y="2445"/>
                      <a:pt x="815378" y="6796"/>
                    </a:cubicBezTo>
                    <a:cubicBezTo>
                      <a:pt x="819729" y="11147"/>
                      <a:pt x="822174" y="17049"/>
                      <a:pt x="822174" y="23202"/>
                    </a:cubicBezTo>
                    <a:lnTo>
                      <a:pt x="822174" y="972629"/>
                    </a:lnTo>
                    <a:cubicBezTo>
                      <a:pt x="822174" y="985443"/>
                      <a:pt x="811786" y="995831"/>
                      <a:pt x="798971" y="995831"/>
                    </a:cubicBezTo>
                    <a:lnTo>
                      <a:pt x="23202" y="995831"/>
                    </a:lnTo>
                    <a:cubicBezTo>
                      <a:pt x="10388" y="995831"/>
                      <a:pt x="0" y="985443"/>
                      <a:pt x="0" y="972629"/>
                    </a:cubicBezTo>
                    <a:lnTo>
                      <a:pt x="0" y="23202"/>
                    </a:lnTo>
                    <a:cubicBezTo>
                      <a:pt x="0" y="10388"/>
                      <a:pt x="10388" y="0"/>
                      <a:pt x="2320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Google Shape;415;p8"/>
              <p:cNvSpPr txBox="1"/>
              <p:nvPr/>
            </p:nvSpPr>
            <p:spPr>
              <a:xfrm>
                <a:off x="0" y="-28575"/>
                <a:ext cx="812800" cy="841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350" tIns="73350" rIns="73350" bIns="73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16" name="Google Shape;416;p8"/>
            <p:cNvGrpSpPr/>
            <p:nvPr/>
          </p:nvGrpSpPr>
          <p:grpSpPr>
            <a:xfrm>
              <a:off x="2433159" y="0"/>
              <a:ext cx="1642622" cy="1642622"/>
              <a:chOff x="0" y="0"/>
              <a:chExt cx="812800" cy="812800"/>
            </a:xfrm>
          </p:grpSpPr>
          <p:sp>
            <p:nvSpPr>
              <p:cNvPr id="417" name="Google Shape;417;p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630849" y="0"/>
                      <a:pt x="812800" y="181951"/>
                      <a:pt x="812800" y="406400"/>
                    </a:cubicBezTo>
                    <a:cubicBezTo>
                      <a:pt x="812800" y="630849"/>
                      <a:pt x="630849" y="812800"/>
                      <a:pt x="406400" y="812800"/>
                    </a:cubicBezTo>
                    <a:cubicBezTo>
                      <a:pt x="181951" y="812800"/>
                      <a:pt x="0" y="630849"/>
                      <a:pt x="0" y="406400"/>
                    </a:cubicBezTo>
                    <a:cubicBezTo>
                      <a:pt x="0" y="181951"/>
                      <a:pt x="181951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Google Shape;418;p8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19" name="Google Shape;419;p8"/>
            <p:cNvGrpSpPr/>
            <p:nvPr/>
          </p:nvGrpSpPr>
          <p:grpSpPr>
            <a:xfrm>
              <a:off x="2777521" y="426851"/>
              <a:ext cx="926569" cy="779851"/>
              <a:chOff x="-33680" y="-8369"/>
              <a:chExt cx="854946" cy="719569"/>
            </a:xfrm>
          </p:grpSpPr>
          <p:sp>
            <p:nvSpPr>
              <p:cNvPr id="420" name="Google Shape;420;p8"/>
              <p:cNvSpPr/>
              <p:nvPr/>
            </p:nvSpPr>
            <p:spPr>
              <a:xfrm>
                <a:off x="-33680" y="-8369"/>
                <a:ext cx="854946" cy="719569"/>
              </a:xfrm>
              <a:custGeom>
                <a:avLst/>
                <a:gdLst/>
                <a:ahLst/>
                <a:cxnLst/>
                <a:rect l="l" t="t" r="r" b="b"/>
                <a:pathLst>
                  <a:path w="854946" h="719569" extrusionOk="0">
                    <a:moveTo>
                      <a:pt x="65903" y="121927"/>
                    </a:moveTo>
                    <a:cubicBezTo>
                      <a:pt x="0" y="230500"/>
                      <a:pt x="46429" y="336178"/>
                      <a:pt x="104776" y="392266"/>
                    </a:cubicBezTo>
                    <a:lnTo>
                      <a:pt x="445927" y="719569"/>
                    </a:lnTo>
                    <a:lnTo>
                      <a:pt x="779877" y="393436"/>
                    </a:lnTo>
                    <a:cubicBezTo>
                      <a:pt x="834145" y="333099"/>
                      <a:pt x="854946" y="269099"/>
                      <a:pt x="843393" y="197834"/>
                    </a:cubicBezTo>
                    <a:cubicBezTo>
                      <a:pt x="827435" y="99251"/>
                      <a:pt x="746197" y="22767"/>
                      <a:pt x="645842" y="11845"/>
                    </a:cubicBezTo>
                    <a:cubicBezTo>
                      <a:pt x="584292" y="5218"/>
                      <a:pt x="524835" y="22636"/>
                      <a:pt x="478430" y="61198"/>
                    </a:cubicBezTo>
                    <a:cubicBezTo>
                      <a:pt x="465940" y="71573"/>
                      <a:pt x="454776" y="83173"/>
                      <a:pt x="445047" y="95780"/>
                    </a:cubicBezTo>
                    <a:cubicBezTo>
                      <a:pt x="433503" y="81425"/>
                      <a:pt x="419967" y="68294"/>
                      <a:pt x="404657" y="56657"/>
                    </a:cubicBezTo>
                    <a:cubicBezTo>
                      <a:pt x="351294" y="16102"/>
                      <a:pt x="283367" y="0"/>
                      <a:pt x="218120" y="12523"/>
                    </a:cubicBezTo>
                    <a:cubicBezTo>
                      <a:pt x="156323" y="24461"/>
                      <a:pt x="100853" y="64323"/>
                      <a:pt x="65903" y="121927"/>
                    </a:cubicBezTo>
                    <a:close/>
                  </a:path>
                </a:pathLst>
              </a:custGeom>
              <a:solidFill>
                <a:srgbClr val="AC74F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Google Shape;421;p8"/>
              <p:cNvSpPr txBox="1"/>
              <p:nvPr/>
            </p:nvSpPr>
            <p:spPr>
              <a:xfrm>
                <a:off x="76200" y="22225"/>
                <a:ext cx="660400" cy="561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22" name="Google Shape;422;p8"/>
          <p:cNvGrpSpPr/>
          <p:nvPr/>
        </p:nvGrpSpPr>
        <p:grpSpPr>
          <a:xfrm>
            <a:off x="6641480" y="2723019"/>
            <a:ext cx="5005040" cy="6619715"/>
            <a:chOff x="0" y="0"/>
            <a:chExt cx="6673387" cy="8826287"/>
          </a:xfrm>
        </p:grpSpPr>
        <p:grpSp>
          <p:nvGrpSpPr>
            <p:cNvPr id="423" name="Google Shape;423;p8"/>
            <p:cNvGrpSpPr/>
            <p:nvPr/>
          </p:nvGrpSpPr>
          <p:grpSpPr>
            <a:xfrm>
              <a:off x="0" y="511429"/>
              <a:ext cx="6673387" cy="8314858"/>
              <a:chOff x="0" y="-28575"/>
              <a:chExt cx="822174" cy="1024406"/>
            </a:xfrm>
          </p:grpSpPr>
          <p:sp>
            <p:nvSpPr>
              <p:cNvPr id="424" name="Google Shape;424;p8"/>
              <p:cNvSpPr/>
              <p:nvPr/>
            </p:nvSpPr>
            <p:spPr>
              <a:xfrm>
                <a:off x="0" y="0"/>
                <a:ext cx="822174" cy="995831"/>
              </a:xfrm>
              <a:custGeom>
                <a:avLst/>
                <a:gdLst/>
                <a:ahLst/>
                <a:cxnLst/>
                <a:rect l="l" t="t" r="r" b="b"/>
                <a:pathLst>
                  <a:path w="822174" h="995831" extrusionOk="0">
                    <a:moveTo>
                      <a:pt x="23202" y="0"/>
                    </a:moveTo>
                    <a:lnTo>
                      <a:pt x="798971" y="0"/>
                    </a:lnTo>
                    <a:cubicBezTo>
                      <a:pt x="805125" y="0"/>
                      <a:pt x="811027" y="2445"/>
                      <a:pt x="815378" y="6796"/>
                    </a:cubicBezTo>
                    <a:cubicBezTo>
                      <a:pt x="819729" y="11147"/>
                      <a:pt x="822174" y="17049"/>
                      <a:pt x="822174" y="23202"/>
                    </a:cubicBezTo>
                    <a:lnTo>
                      <a:pt x="822174" y="972629"/>
                    </a:lnTo>
                    <a:cubicBezTo>
                      <a:pt x="822174" y="985443"/>
                      <a:pt x="811786" y="995831"/>
                      <a:pt x="798971" y="995831"/>
                    </a:cubicBezTo>
                    <a:lnTo>
                      <a:pt x="23202" y="995831"/>
                    </a:lnTo>
                    <a:cubicBezTo>
                      <a:pt x="10388" y="995831"/>
                      <a:pt x="0" y="985443"/>
                      <a:pt x="0" y="972629"/>
                    </a:cubicBezTo>
                    <a:lnTo>
                      <a:pt x="0" y="23202"/>
                    </a:lnTo>
                    <a:cubicBezTo>
                      <a:pt x="0" y="10388"/>
                      <a:pt x="10388" y="0"/>
                      <a:pt x="2320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Google Shape;425;p8"/>
              <p:cNvSpPr txBox="1"/>
              <p:nvPr/>
            </p:nvSpPr>
            <p:spPr>
              <a:xfrm>
                <a:off x="0" y="-28575"/>
                <a:ext cx="812800" cy="841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350" tIns="73350" rIns="73350" bIns="73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26" name="Google Shape;426;p8"/>
            <p:cNvGrpSpPr/>
            <p:nvPr/>
          </p:nvGrpSpPr>
          <p:grpSpPr>
            <a:xfrm>
              <a:off x="2433159" y="0"/>
              <a:ext cx="1642622" cy="1642622"/>
              <a:chOff x="0" y="0"/>
              <a:chExt cx="812800" cy="812800"/>
            </a:xfrm>
          </p:grpSpPr>
          <p:sp>
            <p:nvSpPr>
              <p:cNvPr id="427" name="Google Shape;427;p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630849" y="0"/>
                      <a:pt x="812800" y="181951"/>
                      <a:pt x="812800" y="406400"/>
                    </a:cubicBezTo>
                    <a:cubicBezTo>
                      <a:pt x="812800" y="630849"/>
                      <a:pt x="630849" y="812800"/>
                      <a:pt x="406400" y="812800"/>
                    </a:cubicBezTo>
                    <a:cubicBezTo>
                      <a:pt x="181951" y="812800"/>
                      <a:pt x="0" y="630849"/>
                      <a:pt x="0" y="406400"/>
                    </a:cubicBezTo>
                    <a:cubicBezTo>
                      <a:pt x="0" y="181951"/>
                      <a:pt x="181951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Google Shape;428;p8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29" name="Google Shape;429;p8"/>
            <p:cNvGrpSpPr/>
            <p:nvPr/>
          </p:nvGrpSpPr>
          <p:grpSpPr>
            <a:xfrm>
              <a:off x="2777521" y="426851"/>
              <a:ext cx="926569" cy="779851"/>
              <a:chOff x="-33680" y="-8369"/>
              <a:chExt cx="854946" cy="719569"/>
            </a:xfrm>
          </p:grpSpPr>
          <p:sp>
            <p:nvSpPr>
              <p:cNvPr id="430" name="Google Shape;430;p8"/>
              <p:cNvSpPr/>
              <p:nvPr/>
            </p:nvSpPr>
            <p:spPr>
              <a:xfrm>
                <a:off x="-33680" y="-8369"/>
                <a:ext cx="854946" cy="719569"/>
              </a:xfrm>
              <a:custGeom>
                <a:avLst/>
                <a:gdLst/>
                <a:ahLst/>
                <a:cxnLst/>
                <a:rect l="l" t="t" r="r" b="b"/>
                <a:pathLst>
                  <a:path w="854946" h="719569" extrusionOk="0">
                    <a:moveTo>
                      <a:pt x="65903" y="121927"/>
                    </a:moveTo>
                    <a:cubicBezTo>
                      <a:pt x="0" y="230500"/>
                      <a:pt x="46429" y="336178"/>
                      <a:pt x="104776" y="392266"/>
                    </a:cubicBezTo>
                    <a:lnTo>
                      <a:pt x="445927" y="719569"/>
                    </a:lnTo>
                    <a:lnTo>
                      <a:pt x="779877" y="393436"/>
                    </a:lnTo>
                    <a:cubicBezTo>
                      <a:pt x="834145" y="333099"/>
                      <a:pt x="854946" y="269099"/>
                      <a:pt x="843393" y="197834"/>
                    </a:cubicBezTo>
                    <a:cubicBezTo>
                      <a:pt x="827435" y="99251"/>
                      <a:pt x="746197" y="22767"/>
                      <a:pt x="645842" y="11845"/>
                    </a:cubicBezTo>
                    <a:cubicBezTo>
                      <a:pt x="584292" y="5218"/>
                      <a:pt x="524835" y="22636"/>
                      <a:pt x="478430" y="61198"/>
                    </a:cubicBezTo>
                    <a:cubicBezTo>
                      <a:pt x="465940" y="71573"/>
                      <a:pt x="454776" y="83173"/>
                      <a:pt x="445047" y="95780"/>
                    </a:cubicBezTo>
                    <a:cubicBezTo>
                      <a:pt x="433503" y="81425"/>
                      <a:pt x="419967" y="68294"/>
                      <a:pt x="404657" y="56657"/>
                    </a:cubicBezTo>
                    <a:cubicBezTo>
                      <a:pt x="351294" y="16102"/>
                      <a:pt x="283367" y="0"/>
                      <a:pt x="218120" y="12523"/>
                    </a:cubicBezTo>
                    <a:cubicBezTo>
                      <a:pt x="156323" y="24461"/>
                      <a:pt x="100853" y="64323"/>
                      <a:pt x="65903" y="121927"/>
                    </a:cubicBezTo>
                    <a:close/>
                  </a:path>
                </a:pathLst>
              </a:custGeom>
              <a:solidFill>
                <a:srgbClr val="AC74F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Google Shape;431;p8"/>
              <p:cNvSpPr txBox="1"/>
              <p:nvPr/>
            </p:nvSpPr>
            <p:spPr>
              <a:xfrm>
                <a:off x="76200" y="22225"/>
                <a:ext cx="660400" cy="561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32" name="Google Shape;432;p8"/>
          <p:cNvSpPr txBox="1"/>
          <p:nvPr/>
        </p:nvSpPr>
        <p:spPr>
          <a:xfrm>
            <a:off x="7325963" y="7531849"/>
            <a:ext cx="3512738" cy="1185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Explain what sets</a:t>
            </a:r>
          </a:p>
          <a:p>
            <a:pPr marL="0" marR="0" lvl="0" indent="0" algn="ctr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you apart from</a:t>
            </a:r>
          </a:p>
          <a:p>
            <a:pPr marL="0" marR="0" lvl="1" indent="0" algn="ctr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your competitors.</a:t>
            </a:r>
          </a:p>
        </p:txBody>
      </p:sp>
      <p:sp>
        <p:nvSpPr>
          <p:cNvPr id="433" name="Google Shape;433;p8"/>
          <p:cNvSpPr txBox="1"/>
          <p:nvPr/>
        </p:nvSpPr>
        <p:spPr>
          <a:xfrm>
            <a:off x="6840433" y="4235000"/>
            <a:ext cx="4483797" cy="495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07000"/>
              </a:lnSpc>
            </a:pPr>
            <a:r>
              <a:rPr sz="3500" b="1" i="0" u="none">
                <a:solidFill>
                  <a:srgbClr val="AC74F8"/>
                </a:solidFill>
                <a:latin typeface="Josefin Sans"/>
              </a:rPr>
              <a:t>Quality</a:t>
            </a:r>
          </a:p>
        </p:txBody>
      </p:sp>
      <p:grpSp>
        <p:nvGrpSpPr>
          <p:cNvPr id="434" name="Google Shape;434;p8"/>
          <p:cNvGrpSpPr/>
          <p:nvPr/>
        </p:nvGrpSpPr>
        <p:grpSpPr>
          <a:xfrm>
            <a:off x="12379945" y="2723019"/>
            <a:ext cx="5005040" cy="6619715"/>
            <a:chOff x="0" y="0"/>
            <a:chExt cx="6673387" cy="8826287"/>
          </a:xfrm>
        </p:grpSpPr>
        <p:grpSp>
          <p:nvGrpSpPr>
            <p:cNvPr id="435" name="Google Shape;435;p8"/>
            <p:cNvGrpSpPr/>
            <p:nvPr/>
          </p:nvGrpSpPr>
          <p:grpSpPr>
            <a:xfrm>
              <a:off x="0" y="511429"/>
              <a:ext cx="6673387" cy="8314858"/>
              <a:chOff x="0" y="-28575"/>
              <a:chExt cx="822174" cy="1024406"/>
            </a:xfrm>
          </p:grpSpPr>
          <p:sp>
            <p:nvSpPr>
              <p:cNvPr id="436" name="Google Shape;436;p8"/>
              <p:cNvSpPr/>
              <p:nvPr/>
            </p:nvSpPr>
            <p:spPr>
              <a:xfrm>
                <a:off x="0" y="0"/>
                <a:ext cx="822174" cy="995831"/>
              </a:xfrm>
              <a:custGeom>
                <a:avLst/>
                <a:gdLst/>
                <a:ahLst/>
                <a:cxnLst/>
                <a:rect l="l" t="t" r="r" b="b"/>
                <a:pathLst>
                  <a:path w="822174" h="995831" extrusionOk="0">
                    <a:moveTo>
                      <a:pt x="23202" y="0"/>
                    </a:moveTo>
                    <a:lnTo>
                      <a:pt x="798971" y="0"/>
                    </a:lnTo>
                    <a:cubicBezTo>
                      <a:pt x="805125" y="0"/>
                      <a:pt x="811027" y="2445"/>
                      <a:pt x="815378" y="6796"/>
                    </a:cubicBezTo>
                    <a:cubicBezTo>
                      <a:pt x="819729" y="11147"/>
                      <a:pt x="822174" y="17049"/>
                      <a:pt x="822174" y="23202"/>
                    </a:cubicBezTo>
                    <a:lnTo>
                      <a:pt x="822174" y="972629"/>
                    </a:lnTo>
                    <a:cubicBezTo>
                      <a:pt x="822174" y="985443"/>
                      <a:pt x="811786" y="995831"/>
                      <a:pt x="798971" y="995831"/>
                    </a:cubicBezTo>
                    <a:lnTo>
                      <a:pt x="23202" y="995831"/>
                    </a:lnTo>
                    <a:cubicBezTo>
                      <a:pt x="10388" y="995831"/>
                      <a:pt x="0" y="985443"/>
                      <a:pt x="0" y="972629"/>
                    </a:cubicBezTo>
                    <a:lnTo>
                      <a:pt x="0" y="23202"/>
                    </a:lnTo>
                    <a:cubicBezTo>
                      <a:pt x="0" y="10388"/>
                      <a:pt x="10388" y="0"/>
                      <a:pt x="2320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Google Shape;437;p8"/>
              <p:cNvSpPr txBox="1"/>
              <p:nvPr/>
            </p:nvSpPr>
            <p:spPr>
              <a:xfrm>
                <a:off x="0" y="-28575"/>
                <a:ext cx="812800" cy="841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350" tIns="73350" rIns="73350" bIns="73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38" name="Google Shape;438;p8"/>
            <p:cNvGrpSpPr/>
            <p:nvPr/>
          </p:nvGrpSpPr>
          <p:grpSpPr>
            <a:xfrm>
              <a:off x="2433159" y="0"/>
              <a:ext cx="1642622" cy="1642622"/>
              <a:chOff x="0" y="0"/>
              <a:chExt cx="812800" cy="812800"/>
            </a:xfrm>
          </p:grpSpPr>
          <p:sp>
            <p:nvSpPr>
              <p:cNvPr id="439" name="Google Shape;439;p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630849" y="0"/>
                      <a:pt x="812800" y="181951"/>
                      <a:pt x="812800" y="406400"/>
                    </a:cubicBezTo>
                    <a:cubicBezTo>
                      <a:pt x="812800" y="630849"/>
                      <a:pt x="630849" y="812800"/>
                      <a:pt x="406400" y="812800"/>
                    </a:cubicBezTo>
                    <a:cubicBezTo>
                      <a:pt x="181951" y="812800"/>
                      <a:pt x="0" y="630849"/>
                      <a:pt x="0" y="406400"/>
                    </a:cubicBezTo>
                    <a:cubicBezTo>
                      <a:pt x="0" y="181951"/>
                      <a:pt x="181951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Google Shape;440;p8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1" name="Google Shape;441;p8"/>
            <p:cNvGrpSpPr/>
            <p:nvPr/>
          </p:nvGrpSpPr>
          <p:grpSpPr>
            <a:xfrm>
              <a:off x="2777521" y="426851"/>
              <a:ext cx="926569" cy="779851"/>
              <a:chOff x="-33680" y="-8369"/>
              <a:chExt cx="854946" cy="719569"/>
            </a:xfrm>
          </p:grpSpPr>
          <p:sp>
            <p:nvSpPr>
              <p:cNvPr id="442" name="Google Shape;442;p8"/>
              <p:cNvSpPr/>
              <p:nvPr/>
            </p:nvSpPr>
            <p:spPr>
              <a:xfrm>
                <a:off x="-33680" y="-8369"/>
                <a:ext cx="854946" cy="719569"/>
              </a:xfrm>
              <a:custGeom>
                <a:avLst/>
                <a:gdLst/>
                <a:ahLst/>
                <a:cxnLst/>
                <a:rect l="l" t="t" r="r" b="b"/>
                <a:pathLst>
                  <a:path w="854946" h="719569" extrusionOk="0">
                    <a:moveTo>
                      <a:pt x="65903" y="121927"/>
                    </a:moveTo>
                    <a:cubicBezTo>
                      <a:pt x="0" y="230500"/>
                      <a:pt x="46429" y="336178"/>
                      <a:pt x="104776" y="392266"/>
                    </a:cubicBezTo>
                    <a:lnTo>
                      <a:pt x="445927" y="719569"/>
                    </a:lnTo>
                    <a:lnTo>
                      <a:pt x="779877" y="393436"/>
                    </a:lnTo>
                    <a:cubicBezTo>
                      <a:pt x="834145" y="333099"/>
                      <a:pt x="854946" y="269099"/>
                      <a:pt x="843393" y="197834"/>
                    </a:cubicBezTo>
                    <a:cubicBezTo>
                      <a:pt x="827435" y="99251"/>
                      <a:pt x="746197" y="22767"/>
                      <a:pt x="645842" y="11845"/>
                    </a:cubicBezTo>
                    <a:cubicBezTo>
                      <a:pt x="584292" y="5218"/>
                      <a:pt x="524835" y="22636"/>
                      <a:pt x="478430" y="61198"/>
                    </a:cubicBezTo>
                    <a:cubicBezTo>
                      <a:pt x="465940" y="71573"/>
                      <a:pt x="454776" y="83173"/>
                      <a:pt x="445047" y="95780"/>
                    </a:cubicBezTo>
                    <a:cubicBezTo>
                      <a:pt x="433503" y="81425"/>
                      <a:pt x="419967" y="68294"/>
                      <a:pt x="404657" y="56657"/>
                    </a:cubicBezTo>
                    <a:cubicBezTo>
                      <a:pt x="351294" y="16102"/>
                      <a:pt x="283367" y="0"/>
                      <a:pt x="218120" y="12523"/>
                    </a:cubicBezTo>
                    <a:cubicBezTo>
                      <a:pt x="156323" y="24461"/>
                      <a:pt x="100853" y="64323"/>
                      <a:pt x="65903" y="121927"/>
                    </a:cubicBezTo>
                    <a:close/>
                  </a:path>
                </a:pathLst>
              </a:custGeom>
              <a:solidFill>
                <a:srgbClr val="AC74F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Google Shape;443;p8"/>
              <p:cNvSpPr txBox="1"/>
              <p:nvPr/>
            </p:nvSpPr>
            <p:spPr>
              <a:xfrm>
                <a:off x="76200" y="22225"/>
                <a:ext cx="660400" cy="561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44" name="Google Shape;444;p8"/>
          <p:cNvSpPr txBox="1"/>
          <p:nvPr/>
        </p:nvSpPr>
        <p:spPr>
          <a:xfrm>
            <a:off x="13064428" y="7531849"/>
            <a:ext cx="3512738" cy="1185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Explain what sets</a:t>
            </a:r>
          </a:p>
          <a:p>
            <a:pPr marL="0" marR="0" lvl="0" indent="0" algn="ctr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you apart from</a:t>
            </a:r>
          </a:p>
          <a:p>
            <a:pPr marL="0" marR="0" lvl="1" indent="0" algn="ctr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your competitors.</a:t>
            </a:r>
          </a:p>
        </p:txBody>
      </p:sp>
      <p:sp>
        <p:nvSpPr>
          <p:cNvPr id="445" name="Google Shape;445;p8"/>
          <p:cNvSpPr txBox="1"/>
          <p:nvPr/>
        </p:nvSpPr>
        <p:spPr>
          <a:xfrm>
            <a:off x="12579970" y="4235000"/>
            <a:ext cx="4481654" cy="495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07000"/>
              </a:lnSpc>
            </a:pPr>
            <a:r>
              <a:rPr sz="3500" b="1" i="0" u="none">
                <a:solidFill>
                  <a:srgbClr val="AC74F8"/>
                </a:solidFill>
                <a:latin typeface="Josefin Sans"/>
              </a:rPr>
              <a:t>Effective</a:t>
            </a:r>
          </a:p>
        </p:txBody>
      </p:sp>
      <p:pic>
        <p:nvPicPr>
          <p:cNvPr id="446" name="Google Shape;446;p8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2613177" y="5515751"/>
            <a:ext cx="1466078" cy="1034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" name="Google Shape;447;p8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8491474" y="5370825"/>
            <a:ext cx="1324103" cy="1324103"/>
          </a:xfrm>
          <a:prstGeom prst="rect">
            <a:avLst/>
          </a:prstGeom>
          <a:noFill/>
          <a:ln>
            <a:noFill/>
          </a:ln>
        </p:spPr>
      </p:pic>
      <p:pic>
        <p:nvPicPr>
          <p:cNvPr id="448" name="Google Shape;448;p8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13912053" y="5448865"/>
            <a:ext cx="1940825" cy="1168024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8"/>
          <p:cNvSpPr txBox="1"/>
          <p:nvPr/>
        </p:nvSpPr>
        <p:spPr>
          <a:xfrm>
            <a:off x="3405535" y="1061748"/>
            <a:ext cx="11476931" cy="1132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UNFAIR ADVANTAGE</a:t>
            </a:r>
          </a:p>
        </p:txBody>
      </p:sp>
      <p:sp>
        <p:nvSpPr>
          <p:cNvPr id="450" name="Google Shape;450;p8"/>
          <p:cNvSpPr txBox="1"/>
          <p:nvPr/>
        </p:nvSpPr>
        <p:spPr>
          <a:xfrm>
            <a:off x="1589847" y="7531849"/>
            <a:ext cx="3512738" cy="1185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Explain what sets</a:t>
            </a:r>
          </a:p>
          <a:p>
            <a:pPr marL="0" marR="0" lvl="0" indent="0" algn="ctr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you apart from</a:t>
            </a:r>
          </a:p>
          <a:p>
            <a:pPr marL="0" marR="0" lvl="1" indent="0" algn="ctr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your competitors.</a:t>
            </a:r>
          </a:p>
        </p:txBody>
      </p:sp>
      <p:sp>
        <p:nvSpPr>
          <p:cNvPr id="451" name="Google Shape;451;p8"/>
          <p:cNvSpPr txBox="1"/>
          <p:nvPr/>
        </p:nvSpPr>
        <p:spPr>
          <a:xfrm>
            <a:off x="984402" y="4235000"/>
            <a:ext cx="4723628" cy="495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07000"/>
              </a:lnSpc>
            </a:pPr>
            <a:r>
              <a:rPr sz="3500" b="1" i="0" u="none">
                <a:solidFill>
                  <a:srgbClr val="AC74F8"/>
                </a:solidFill>
                <a:latin typeface="Josefin Sans"/>
              </a:rPr>
              <a:t>Cheap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6" name="Google Shape;456;p9"/>
          <p:cNvGrpSpPr/>
          <p:nvPr/>
        </p:nvGrpSpPr>
        <p:grpSpPr>
          <a:xfrm>
            <a:off x="-384373" y="-2881614"/>
            <a:ext cx="18743683" cy="18738744"/>
            <a:chOff x="0" y="0"/>
            <a:chExt cx="24991578" cy="24984992"/>
          </a:xfrm>
        </p:grpSpPr>
        <p:pic>
          <p:nvPicPr>
            <p:cNvPr id="457" name="Google Shape;457;p9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8" name="Google Shape;458;p9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9" name="Google Shape;459;p9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0" name="Google Shape;460;p9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61" name="Google Shape;461;p9"/>
          <p:cNvGrpSpPr/>
          <p:nvPr/>
        </p:nvGrpSpPr>
        <p:grpSpPr>
          <a:xfrm>
            <a:off x="1028700" y="651804"/>
            <a:ext cx="16230600" cy="8822690"/>
            <a:chOff x="0" y="-214270"/>
            <a:chExt cx="21640800" cy="11763587"/>
          </a:xfrm>
        </p:grpSpPr>
        <p:grpSp>
          <p:nvGrpSpPr>
            <p:cNvPr id="462" name="Google Shape;462;p9"/>
            <p:cNvGrpSpPr/>
            <p:nvPr/>
          </p:nvGrpSpPr>
          <p:grpSpPr>
            <a:xfrm>
              <a:off x="0" y="-214270"/>
              <a:ext cx="21640800" cy="11763587"/>
              <a:chOff x="0" y="-28575"/>
              <a:chExt cx="2886014" cy="1568790"/>
            </a:xfrm>
          </p:grpSpPr>
          <p:sp>
            <p:nvSpPr>
              <p:cNvPr id="463" name="Google Shape;463;p9"/>
              <p:cNvSpPr/>
              <p:nvPr/>
            </p:nvSpPr>
            <p:spPr>
              <a:xfrm>
                <a:off x="0" y="0"/>
                <a:ext cx="2886014" cy="1540215"/>
              </a:xfrm>
              <a:custGeom>
                <a:avLst/>
                <a:gdLst/>
                <a:ahLst/>
                <a:cxnLst/>
                <a:rect l="l" t="t" r="r" b="b"/>
                <a:pathLst>
                  <a:path w="2886014" h="1540215" extrusionOk="0">
                    <a:moveTo>
                      <a:pt x="8801" y="0"/>
                    </a:moveTo>
                    <a:lnTo>
                      <a:pt x="2877213" y="0"/>
                    </a:lnTo>
                    <a:cubicBezTo>
                      <a:pt x="2879547" y="0"/>
                      <a:pt x="2881786" y="927"/>
                      <a:pt x="2883436" y="2578"/>
                    </a:cubicBezTo>
                    <a:cubicBezTo>
                      <a:pt x="2885087" y="4228"/>
                      <a:pt x="2886014" y="6467"/>
                      <a:pt x="2886014" y="8801"/>
                    </a:cubicBezTo>
                    <a:lnTo>
                      <a:pt x="2886014" y="1531414"/>
                    </a:lnTo>
                    <a:cubicBezTo>
                      <a:pt x="2886014" y="1533748"/>
                      <a:pt x="2885087" y="1535987"/>
                      <a:pt x="2883436" y="1537637"/>
                    </a:cubicBezTo>
                    <a:cubicBezTo>
                      <a:pt x="2881786" y="1539288"/>
                      <a:pt x="2879547" y="1540215"/>
                      <a:pt x="2877213" y="1540215"/>
                    </a:cubicBezTo>
                    <a:lnTo>
                      <a:pt x="8801" y="1540215"/>
                    </a:lnTo>
                    <a:cubicBezTo>
                      <a:pt x="6467" y="1540215"/>
                      <a:pt x="4228" y="1539288"/>
                      <a:pt x="2578" y="1537637"/>
                    </a:cubicBezTo>
                    <a:cubicBezTo>
                      <a:pt x="927" y="1535987"/>
                      <a:pt x="0" y="1533748"/>
                      <a:pt x="0" y="1531414"/>
                    </a:cubicBezTo>
                    <a:lnTo>
                      <a:pt x="0" y="8801"/>
                    </a:lnTo>
                    <a:cubicBezTo>
                      <a:pt x="0" y="6467"/>
                      <a:pt x="927" y="4228"/>
                      <a:pt x="2578" y="2578"/>
                    </a:cubicBezTo>
                    <a:cubicBezTo>
                      <a:pt x="4228" y="927"/>
                      <a:pt x="6467" y="0"/>
                      <a:pt x="8801" y="0"/>
                    </a:cubicBezTo>
                    <a:close/>
                  </a:path>
                </a:pathLst>
              </a:custGeom>
              <a:solidFill>
                <a:srgbClr val="FEEBD4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Google Shape;464;p9"/>
              <p:cNvSpPr txBox="1"/>
              <p:nvPr/>
            </p:nvSpPr>
            <p:spPr>
              <a:xfrm>
                <a:off x="0" y="-28575"/>
                <a:ext cx="812800" cy="841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9625" tIns="59625" rIns="59625" bIns="59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465" name="Google Shape;465;p9"/>
            <p:cNvCxnSpPr/>
            <p:nvPr/>
          </p:nvCxnSpPr>
          <p:spPr>
            <a:xfrm>
              <a:off x="35259" y="1544349"/>
              <a:ext cx="21605541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66" name="Google Shape;466;p9"/>
            <p:cNvCxnSpPr/>
            <p:nvPr/>
          </p:nvCxnSpPr>
          <p:spPr>
            <a:xfrm rot="5400000">
              <a:off x="16038585" y="6487744"/>
              <a:ext cx="9988391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67" name="Google Shape;467;p9"/>
            <p:cNvCxnSpPr/>
            <p:nvPr/>
          </p:nvCxnSpPr>
          <p:spPr>
            <a:xfrm>
              <a:off x="18428714" y="778457"/>
              <a:ext cx="650193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68" name="Google Shape;468;p9"/>
            <p:cNvCxnSpPr/>
            <p:nvPr/>
          </p:nvCxnSpPr>
          <p:spPr>
            <a:xfrm rot="2700000">
              <a:off x="20379024" y="800163"/>
              <a:ext cx="650397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69" name="Google Shape;469;p9"/>
            <p:cNvCxnSpPr/>
            <p:nvPr/>
          </p:nvCxnSpPr>
          <p:spPr>
            <a:xfrm rot="8100000">
              <a:off x="20378880" y="800163"/>
              <a:ext cx="650397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470" name="Google Shape;470;p9"/>
            <p:cNvSpPr/>
            <p:nvPr/>
          </p:nvSpPr>
          <p:spPr>
            <a:xfrm>
              <a:off x="19515652" y="555008"/>
              <a:ext cx="459232" cy="459232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471" name="Google Shape;471;p9"/>
            <p:cNvSpPr/>
            <p:nvPr/>
          </p:nvSpPr>
          <p:spPr>
            <a:xfrm>
              <a:off x="21232535" y="1802226"/>
              <a:ext cx="199331" cy="1516882"/>
            </a:xfrm>
            <a:custGeom>
              <a:avLst/>
              <a:gdLst/>
              <a:ahLst/>
              <a:cxnLst/>
              <a:rect l="l" t="t" r="r" b="b"/>
              <a:pathLst>
                <a:path w="39374" h="299631" extrusionOk="0">
                  <a:moveTo>
                    <a:pt x="19687" y="0"/>
                  </a:moveTo>
                  <a:lnTo>
                    <a:pt x="19687" y="0"/>
                  </a:lnTo>
                  <a:cubicBezTo>
                    <a:pt x="24908" y="0"/>
                    <a:pt x="29916" y="2074"/>
                    <a:pt x="33608" y="5766"/>
                  </a:cubicBezTo>
                  <a:cubicBezTo>
                    <a:pt x="37300" y="9458"/>
                    <a:pt x="39374" y="14466"/>
                    <a:pt x="39374" y="19687"/>
                  </a:cubicBezTo>
                  <a:lnTo>
                    <a:pt x="39374" y="279944"/>
                  </a:lnTo>
                  <a:cubicBezTo>
                    <a:pt x="39374" y="290817"/>
                    <a:pt x="30560" y="299631"/>
                    <a:pt x="19687" y="299631"/>
                  </a:cubicBezTo>
                  <a:lnTo>
                    <a:pt x="19687" y="299631"/>
                  </a:lnTo>
                  <a:cubicBezTo>
                    <a:pt x="8814" y="299631"/>
                    <a:pt x="0" y="290817"/>
                    <a:pt x="0" y="279944"/>
                  </a:cubicBezTo>
                  <a:lnTo>
                    <a:pt x="0" y="19687"/>
                  </a:lnTo>
                  <a:cubicBezTo>
                    <a:pt x="0" y="8814"/>
                    <a:pt x="8814" y="0"/>
                    <a:pt x="19687" y="0"/>
                  </a:cubicBezTo>
                  <a:close/>
                </a:path>
              </a:pathLst>
            </a:custGeom>
            <a:solidFill>
              <a:srgbClr val="AC74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2" name="Google Shape;472;p9"/>
          <p:cNvSpPr txBox="1"/>
          <p:nvPr/>
        </p:nvSpPr>
        <p:spPr>
          <a:xfrm>
            <a:off x="5768916" y="908143"/>
            <a:ext cx="64371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CHANNELS</a:t>
            </a:r>
          </a:p>
        </p:txBody>
      </p:sp>
      <p:grpSp>
        <p:nvGrpSpPr>
          <p:cNvPr id="473" name="Google Shape;473;p9"/>
          <p:cNvGrpSpPr/>
          <p:nvPr/>
        </p:nvGrpSpPr>
        <p:grpSpPr>
          <a:xfrm>
            <a:off x="11461566" y="6006468"/>
            <a:ext cx="4959439" cy="2410493"/>
            <a:chOff x="0" y="0"/>
            <a:chExt cx="6612586" cy="3213991"/>
          </a:xfrm>
        </p:grpSpPr>
        <p:sp>
          <p:nvSpPr>
            <p:cNvPr id="474" name="Google Shape;474;p9"/>
            <p:cNvSpPr/>
            <p:nvPr/>
          </p:nvSpPr>
          <p:spPr>
            <a:xfrm>
              <a:off x="0" y="0"/>
              <a:ext cx="6612586" cy="3213991"/>
            </a:xfrm>
            <a:custGeom>
              <a:avLst/>
              <a:gdLst/>
              <a:ahLst/>
              <a:cxnLst/>
              <a:rect l="l" t="t" r="r" b="b"/>
              <a:pathLst>
                <a:path w="814683" h="395970" extrusionOk="0">
                  <a:moveTo>
                    <a:pt x="32782" y="0"/>
                  </a:moveTo>
                  <a:lnTo>
                    <a:pt x="781901" y="0"/>
                  </a:lnTo>
                  <a:cubicBezTo>
                    <a:pt x="800006" y="0"/>
                    <a:pt x="814683" y="14677"/>
                    <a:pt x="814683" y="32782"/>
                  </a:cubicBezTo>
                  <a:lnTo>
                    <a:pt x="814683" y="363188"/>
                  </a:lnTo>
                  <a:cubicBezTo>
                    <a:pt x="814683" y="371882"/>
                    <a:pt x="811229" y="380220"/>
                    <a:pt x="805081" y="386368"/>
                  </a:cubicBezTo>
                  <a:cubicBezTo>
                    <a:pt x="798934" y="392516"/>
                    <a:pt x="790595" y="395970"/>
                    <a:pt x="781901" y="395970"/>
                  </a:cubicBezTo>
                  <a:lnTo>
                    <a:pt x="32782" y="395970"/>
                  </a:lnTo>
                  <a:cubicBezTo>
                    <a:pt x="24088" y="395970"/>
                    <a:pt x="15749" y="392516"/>
                    <a:pt x="9602" y="386368"/>
                  </a:cubicBezTo>
                  <a:cubicBezTo>
                    <a:pt x="3454" y="380220"/>
                    <a:pt x="0" y="371882"/>
                    <a:pt x="0" y="363188"/>
                  </a:cubicBezTo>
                  <a:lnTo>
                    <a:pt x="0" y="32782"/>
                  </a:lnTo>
                  <a:cubicBezTo>
                    <a:pt x="0" y="14677"/>
                    <a:pt x="14677" y="0"/>
                    <a:pt x="32782" y="0"/>
                  </a:cubicBezTo>
                  <a:close/>
                </a:path>
              </a:pathLst>
            </a:custGeom>
            <a:solidFill>
              <a:srgbClr val="FFFFFF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9"/>
            <p:cNvSpPr txBox="1"/>
            <p:nvPr/>
          </p:nvSpPr>
          <p:spPr>
            <a:xfrm>
              <a:off x="964468" y="1622047"/>
              <a:ext cx="4683600" cy="98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How will you reach your target consumers?</a:t>
              </a:r>
            </a:p>
          </p:txBody>
        </p:sp>
        <p:sp>
          <p:nvSpPr>
            <p:cNvPr id="476" name="Google Shape;476;p9"/>
            <p:cNvSpPr txBox="1"/>
            <p:nvPr/>
          </p:nvSpPr>
          <p:spPr>
            <a:xfrm>
              <a:off x="51823" y="787017"/>
              <a:ext cx="6508939" cy="6707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500" b="1" i="0" u="none" strike="noStrike" cap="none">
                  <a:solidFill>
                    <a:srgbClr val="AC74F8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Marketing Channel 3</a:t>
              </a:r>
            </a:p>
          </p:txBody>
        </p:sp>
      </p:grpSp>
      <p:grpSp>
        <p:nvGrpSpPr>
          <p:cNvPr id="477" name="Google Shape;477;p9"/>
          <p:cNvGrpSpPr/>
          <p:nvPr/>
        </p:nvGrpSpPr>
        <p:grpSpPr>
          <a:xfrm>
            <a:off x="6677502" y="2679352"/>
            <a:ext cx="4959464" cy="2410507"/>
            <a:chOff x="0" y="0"/>
            <a:chExt cx="6612619" cy="3214009"/>
          </a:xfrm>
        </p:grpSpPr>
        <p:sp>
          <p:nvSpPr>
            <p:cNvPr id="478" name="Google Shape;478;p9"/>
            <p:cNvSpPr/>
            <p:nvPr/>
          </p:nvSpPr>
          <p:spPr>
            <a:xfrm>
              <a:off x="0" y="0"/>
              <a:ext cx="6612619" cy="3214009"/>
            </a:xfrm>
            <a:custGeom>
              <a:avLst/>
              <a:gdLst/>
              <a:ahLst/>
              <a:cxnLst/>
              <a:rect l="l" t="t" r="r" b="b"/>
              <a:pathLst>
                <a:path w="814683" h="395970" extrusionOk="0">
                  <a:moveTo>
                    <a:pt x="32782" y="0"/>
                  </a:moveTo>
                  <a:lnTo>
                    <a:pt x="781901" y="0"/>
                  </a:lnTo>
                  <a:cubicBezTo>
                    <a:pt x="800006" y="0"/>
                    <a:pt x="814683" y="14677"/>
                    <a:pt x="814683" y="32782"/>
                  </a:cubicBezTo>
                  <a:lnTo>
                    <a:pt x="814683" y="363188"/>
                  </a:lnTo>
                  <a:cubicBezTo>
                    <a:pt x="814683" y="371882"/>
                    <a:pt x="811229" y="380220"/>
                    <a:pt x="805081" y="386368"/>
                  </a:cubicBezTo>
                  <a:cubicBezTo>
                    <a:pt x="798934" y="392516"/>
                    <a:pt x="790595" y="395970"/>
                    <a:pt x="781901" y="395970"/>
                  </a:cubicBezTo>
                  <a:lnTo>
                    <a:pt x="32782" y="395970"/>
                  </a:lnTo>
                  <a:cubicBezTo>
                    <a:pt x="24088" y="395970"/>
                    <a:pt x="15749" y="392516"/>
                    <a:pt x="9602" y="386368"/>
                  </a:cubicBezTo>
                  <a:cubicBezTo>
                    <a:pt x="3454" y="380220"/>
                    <a:pt x="0" y="371882"/>
                    <a:pt x="0" y="363188"/>
                  </a:cubicBezTo>
                  <a:lnTo>
                    <a:pt x="0" y="32782"/>
                  </a:lnTo>
                  <a:cubicBezTo>
                    <a:pt x="0" y="14677"/>
                    <a:pt x="14677" y="0"/>
                    <a:pt x="32782" y="0"/>
                  </a:cubicBezTo>
                  <a:close/>
                </a:path>
              </a:pathLst>
            </a:custGeom>
            <a:solidFill>
              <a:srgbClr val="FFFFFF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9"/>
            <p:cNvSpPr txBox="1"/>
            <p:nvPr/>
          </p:nvSpPr>
          <p:spPr>
            <a:xfrm>
              <a:off x="964468" y="1622047"/>
              <a:ext cx="4683600" cy="98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How will you reach your target consumers?</a:t>
              </a:r>
            </a:p>
          </p:txBody>
        </p:sp>
        <p:sp>
          <p:nvSpPr>
            <p:cNvPr id="480" name="Google Shape;480;p9"/>
            <p:cNvSpPr txBox="1"/>
            <p:nvPr/>
          </p:nvSpPr>
          <p:spPr>
            <a:xfrm>
              <a:off x="51823" y="787017"/>
              <a:ext cx="6508800" cy="67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500" b="1" i="0" u="none" strike="noStrike" cap="none">
                  <a:solidFill>
                    <a:srgbClr val="AC74F8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Marketing Channel 2</a:t>
              </a:r>
            </a:p>
          </p:txBody>
        </p:sp>
      </p:grpSp>
      <p:grpSp>
        <p:nvGrpSpPr>
          <p:cNvPr id="481" name="Google Shape;481;p9"/>
          <p:cNvGrpSpPr/>
          <p:nvPr/>
        </p:nvGrpSpPr>
        <p:grpSpPr>
          <a:xfrm>
            <a:off x="1866995" y="6118373"/>
            <a:ext cx="4959464" cy="2410507"/>
            <a:chOff x="0" y="0"/>
            <a:chExt cx="6612619" cy="3214009"/>
          </a:xfrm>
        </p:grpSpPr>
        <p:sp>
          <p:nvSpPr>
            <p:cNvPr id="482" name="Google Shape;482;p9"/>
            <p:cNvSpPr/>
            <p:nvPr/>
          </p:nvSpPr>
          <p:spPr>
            <a:xfrm>
              <a:off x="0" y="0"/>
              <a:ext cx="6612619" cy="3214009"/>
            </a:xfrm>
            <a:custGeom>
              <a:avLst/>
              <a:gdLst/>
              <a:ahLst/>
              <a:cxnLst/>
              <a:rect l="l" t="t" r="r" b="b"/>
              <a:pathLst>
                <a:path w="814683" h="395970" extrusionOk="0">
                  <a:moveTo>
                    <a:pt x="32782" y="0"/>
                  </a:moveTo>
                  <a:lnTo>
                    <a:pt x="781901" y="0"/>
                  </a:lnTo>
                  <a:cubicBezTo>
                    <a:pt x="800006" y="0"/>
                    <a:pt x="814683" y="14677"/>
                    <a:pt x="814683" y="32782"/>
                  </a:cubicBezTo>
                  <a:lnTo>
                    <a:pt x="814683" y="363188"/>
                  </a:lnTo>
                  <a:cubicBezTo>
                    <a:pt x="814683" y="371882"/>
                    <a:pt x="811229" y="380220"/>
                    <a:pt x="805081" y="386368"/>
                  </a:cubicBezTo>
                  <a:cubicBezTo>
                    <a:pt x="798934" y="392516"/>
                    <a:pt x="790595" y="395970"/>
                    <a:pt x="781901" y="395970"/>
                  </a:cubicBezTo>
                  <a:lnTo>
                    <a:pt x="32782" y="395970"/>
                  </a:lnTo>
                  <a:cubicBezTo>
                    <a:pt x="24088" y="395970"/>
                    <a:pt x="15749" y="392516"/>
                    <a:pt x="9602" y="386368"/>
                  </a:cubicBezTo>
                  <a:cubicBezTo>
                    <a:pt x="3454" y="380220"/>
                    <a:pt x="0" y="371882"/>
                    <a:pt x="0" y="363188"/>
                  </a:cubicBezTo>
                  <a:lnTo>
                    <a:pt x="0" y="32782"/>
                  </a:lnTo>
                  <a:cubicBezTo>
                    <a:pt x="0" y="14677"/>
                    <a:pt x="14677" y="0"/>
                    <a:pt x="32782" y="0"/>
                  </a:cubicBezTo>
                  <a:close/>
                </a:path>
              </a:pathLst>
            </a:custGeom>
            <a:solidFill>
              <a:srgbClr val="FFFFFF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9"/>
            <p:cNvSpPr txBox="1"/>
            <p:nvPr/>
          </p:nvSpPr>
          <p:spPr>
            <a:xfrm>
              <a:off x="964468" y="1622047"/>
              <a:ext cx="4683600" cy="98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How will you reach your target consumers?</a:t>
              </a:r>
            </a:p>
          </p:txBody>
        </p:sp>
        <p:sp>
          <p:nvSpPr>
            <p:cNvPr id="484" name="Google Shape;484;p9"/>
            <p:cNvSpPr txBox="1"/>
            <p:nvPr/>
          </p:nvSpPr>
          <p:spPr>
            <a:xfrm>
              <a:off x="51823" y="787017"/>
              <a:ext cx="6508800" cy="67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500" b="1" i="0" u="none" strike="noStrike" cap="none">
                  <a:solidFill>
                    <a:srgbClr val="AC74F8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Marketing Channel 1</a:t>
              </a:r>
            </a:p>
          </p:txBody>
        </p:sp>
      </p:grpSp>
      <p:pic>
        <p:nvPicPr>
          <p:cNvPr id="485" name="Google Shape;485;p9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3208368" y="2983048"/>
            <a:ext cx="1887715" cy="170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6" name="Google Shape;486;p9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8455322" y="6179651"/>
            <a:ext cx="1377350" cy="206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7" name="Google Shape;487;p9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3193000" y="3031725"/>
            <a:ext cx="2145200" cy="228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593"/>
        </a:solidFill>
        <a:effectLst/>
      </p:bgPr>
    </p:bg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2" name="Google Shape;492;p10"/>
          <p:cNvGrpSpPr/>
          <p:nvPr/>
        </p:nvGrpSpPr>
        <p:grpSpPr>
          <a:xfrm>
            <a:off x="-218317" y="-2912955"/>
            <a:ext cx="18743683" cy="18738744"/>
            <a:chOff x="0" y="0"/>
            <a:chExt cx="24991578" cy="24984992"/>
          </a:xfrm>
        </p:grpSpPr>
        <p:pic>
          <p:nvPicPr>
            <p:cNvPr id="493" name="Google Shape;493;p10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4" name="Google Shape;494;p10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5" name="Google Shape;495;p10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6" name="Google Shape;496;p10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97" name="Google Shape;497;p10"/>
          <p:cNvGrpSpPr/>
          <p:nvPr/>
        </p:nvGrpSpPr>
        <p:grpSpPr>
          <a:xfrm>
            <a:off x="1028700" y="651804"/>
            <a:ext cx="16230600" cy="8822690"/>
            <a:chOff x="0" y="-214270"/>
            <a:chExt cx="21640800" cy="11763587"/>
          </a:xfrm>
        </p:grpSpPr>
        <p:grpSp>
          <p:nvGrpSpPr>
            <p:cNvPr id="498" name="Google Shape;498;p10"/>
            <p:cNvGrpSpPr/>
            <p:nvPr/>
          </p:nvGrpSpPr>
          <p:grpSpPr>
            <a:xfrm>
              <a:off x="0" y="-214270"/>
              <a:ext cx="21640800" cy="11763587"/>
              <a:chOff x="0" y="-28575"/>
              <a:chExt cx="2886014" cy="1568790"/>
            </a:xfrm>
          </p:grpSpPr>
          <p:sp>
            <p:nvSpPr>
              <p:cNvPr id="499" name="Google Shape;499;p10"/>
              <p:cNvSpPr/>
              <p:nvPr/>
            </p:nvSpPr>
            <p:spPr>
              <a:xfrm>
                <a:off x="0" y="0"/>
                <a:ext cx="2886014" cy="1540215"/>
              </a:xfrm>
              <a:custGeom>
                <a:avLst/>
                <a:gdLst/>
                <a:ahLst/>
                <a:cxnLst/>
                <a:rect l="l" t="t" r="r" b="b"/>
                <a:pathLst>
                  <a:path w="2886014" h="1540215" extrusionOk="0">
                    <a:moveTo>
                      <a:pt x="7155" y="0"/>
                    </a:moveTo>
                    <a:lnTo>
                      <a:pt x="2878859" y="0"/>
                    </a:lnTo>
                    <a:cubicBezTo>
                      <a:pt x="2880757" y="0"/>
                      <a:pt x="2882577" y="754"/>
                      <a:pt x="2883918" y="2096"/>
                    </a:cubicBezTo>
                    <a:cubicBezTo>
                      <a:pt x="2885260" y="3437"/>
                      <a:pt x="2886014" y="5257"/>
                      <a:pt x="2886014" y="7155"/>
                    </a:cubicBezTo>
                    <a:lnTo>
                      <a:pt x="2886014" y="1533060"/>
                    </a:lnTo>
                    <a:cubicBezTo>
                      <a:pt x="2886014" y="1537012"/>
                      <a:pt x="2882811" y="1540215"/>
                      <a:pt x="2878859" y="1540215"/>
                    </a:cubicBezTo>
                    <a:lnTo>
                      <a:pt x="7155" y="1540215"/>
                    </a:lnTo>
                    <a:cubicBezTo>
                      <a:pt x="5257" y="1540215"/>
                      <a:pt x="3437" y="1539461"/>
                      <a:pt x="2096" y="1538120"/>
                    </a:cubicBezTo>
                    <a:cubicBezTo>
                      <a:pt x="754" y="1536778"/>
                      <a:pt x="0" y="1534958"/>
                      <a:pt x="0" y="1533060"/>
                    </a:cubicBezTo>
                    <a:lnTo>
                      <a:pt x="0" y="7155"/>
                    </a:lnTo>
                    <a:cubicBezTo>
                      <a:pt x="0" y="5257"/>
                      <a:pt x="754" y="3437"/>
                      <a:pt x="2096" y="2096"/>
                    </a:cubicBezTo>
                    <a:cubicBezTo>
                      <a:pt x="3437" y="754"/>
                      <a:pt x="5257" y="0"/>
                      <a:pt x="715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Google Shape;500;p10"/>
              <p:cNvSpPr txBox="1"/>
              <p:nvPr/>
            </p:nvSpPr>
            <p:spPr>
              <a:xfrm>
                <a:off x="0" y="-28575"/>
                <a:ext cx="812800" cy="841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350" tIns="73350" rIns="73350" bIns="73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501" name="Google Shape;501;p10"/>
            <p:cNvCxnSpPr/>
            <p:nvPr/>
          </p:nvCxnSpPr>
          <p:spPr>
            <a:xfrm>
              <a:off x="35259" y="885822"/>
              <a:ext cx="21605541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02" name="Google Shape;502;p10"/>
            <p:cNvCxnSpPr/>
            <p:nvPr/>
          </p:nvCxnSpPr>
          <p:spPr>
            <a:xfrm rot="5400000">
              <a:off x="15726433" y="6179469"/>
              <a:ext cx="10612695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03" name="Google Shape;503;p10"/>
            <p:cNvCxnSpPr/>
            <p:nvPr/>
          </p:nvCxnSpPr>
          <p:spPr>
            <a:xfrm>
              <a:off x="19140474" y="440818"/>
              <a:ext cx="528600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04" name="Google Shape;504;p10"/>
            <p:cNvCxnSpPr/>
            <p:nvPr/>
          </p:nvCxnSpPr>
          <p:spPr>
            <a:xfrm rot="2700000">
              <a:off x="20621882" y="419203"/>
              <a:ext cx="528633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05" name="Google Shape;505;p10"/>
            <p:cNvCxnSpPr/>
            <p:nvPr/>
          </p:nvCxnSpPr>
          <p:spPr>
            <a:xfrm rot="8100000">
              <a:off x="20621843" y="419203"/>
              <a:ext cx="528633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506" name="Google Shape;506;p10"/>
            <p:cNvSpPr/>
            <p:nvPr/>
          </p:nvSpPr>
          <p:spPr>
            <a:xfrm>
              <a:off x="19994837" y="243427"/>
              <a:ext cx="373888" cy="373888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507" name="Google Shape;507;p10"/>
            <p:cNvSpPr/>
            <p:nvPr/>
          </p:nvSpPr>
          <p:spPr>
            <a:xfrm>
              <a:off x="21232535" y="1167226"/>
              <a:ext cx="199331" cy="1516882"/>
            </a:xfrm>
            <a:custGeom>
              <a:avLst/>
              <a:gdLst/>
              <a:ahLst/>
              <a:cxnLst/>
              <a:rect l="l" t="t" r="r" b="b"/>
              <a:pathLst>
                <a:path w="39374" h="299631" extrusionOk="0">
                  <a:moveTo>
                    <a:pt x="19687" y="0"/>
                  </a:moveTo>
                  <a:lnTo>
                    <a:pt x="19687" y="0"/>
                  </a:lnTo>
                  <a:cubicBezTo>
                    <a:pt x="24908" y="0"/>
                    <a:pt x="29916" y="2074"/>
                    <a:pt x="33608" y="5766"/>
                  </a:cubicBezTo>
                  <a:cubicBezTo>
                    <a:pt x="37300" y="9458"/>
                    <a:pt x="39374" y="14466"/>
                    <a:pt x="39374" y="19687"/>
                  </a:cubicBezTo>
                  <a:lnTo>
                    <a:pt x="39374" y="279944"/>
                  </a:lnTo>
                  <a:cubicBezTo>
                    <a:pt x="39374" y="290817"/>
                    <a:pt x="30560" y="299631"/>
                    <a:pt x="19687" y="299631"/>
                  </a:cubicBezTo>
                  <a:lnTo>
                    <a:pt x="19687" y="299631"/>
                  </a:lnTo>
                  <a:cubicBezTo>
                    <a:pt x="8814" y="299631"/>
                    <a:pt x="0" y="290817"/>
                    <a:pt x="0" y="279944"/>
                  </a:cubicBezTo>
                  <a:lnTo>
                    <a:pt x="0" y="19687"/>
                  </a:lnTo>
                  <a:cubicBezTo>
                    <a:pt x="0" y="8814"/>
                    <a:pt x="8814" y="0"/>
                    <a:pt x="19687" y="0"/>
                  </a:cubicBezTo>
                  <a:close/>
                </a:path>
              </a:pathLst>
            </a:custGeom>
            <a:solidFill>
              <a:srgbClr val="AC74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8" name="Google Shape;508;p10"/>
          <p:cNvGrpSpPr/>
          <p:nvPr/>
        </p:nvGrpSpPr>
        <p:grpSpPr>
          <a:xfrm>
            <a:off x="2009615" y="2296394"/>
            <a:ext cx="5587597" cy="6423934"/>
            <a:chOff x="0" y="-28575"/>
            <a:chExt cx="1111557" cy="1277932"/>
          </a:xfrm>
        </p:grpSpPr>
        <p:sp>
          <p:nvSpPr>
            <p:cNvPr id="509" name="Google Shape;509;p10"/>
            <p:cNvSpPr/>
            <p:nvPr/>
          </p:nvSpPr>
          <p:spPr>
            <a:xfrm>
              <a:off x="0" y="0"/>
              <a:ext cx="1111557" cy="1249357"/>
            </a:xfrm>
            <a:custGeom>
              <a:avLst/>
              <a:gdLst/>
              <a:ahLst/>
              <a:cxnLst/>
              <a:rect l="l" t="t" r="r" b="b"/>
              <a:pathLst>
                <a:path w="1111557" h="1249357" extrusionOk="0">
                  <a:moveTo>
                    <a:pt x="29097" y="0"/>
                  </a:moveTo>
                  <a:lnTo>
                    <a:pt x="1082460" y="0"/>
                  </a:lnTo>
                  <a:cubicBezTo>
                    <a:pt x="1098530" y="0"/>
                    <a:pt x="1111557" y="13027"/>
                    <a:pt x="1111557" y="29097"/>
                  </a:cubicBezTo>
                  <a:lnTo>
                    <a:pt x="1111557" y="1220260"/>
                  </a:lnTo>
                  <a:cubicBezTo>
                    <a:pt x="1111557" y="1236330"/>
                    <a:pt x="1098530" y="1249357"/>
                    <a:pt x="1082460" y="1249357"/>
                  </a:cubicBezTo>
                  <a:lnTo>
                    <a:pt x="29097" y="1249357"/>
                  </a:lnTo>
                  <a:cubicBezTo>
                    <a:pt x="21380" y="1249357"/>
                    <a:pt x="13979" y="1246291"/>
                    <a:pt x="8522" y="1240835"/>
                  </a:cubicBezTo>
                  <a:cubicBezTo>
                    <a:pt x="3066" y="1235378"/>
                    <a:pt x="0" y="1227977"/>
                    <a:pt x="0" y="1220260"/>
                  </a:cubicBezTo>
                  <a:lnTo>
                    <a:pt x="0" y="29097"/>
                  </a:lnTo>
                  <a:cubicBezTo>
                    <a:pt x="0" y="21380"/>
                    <a:pt x="3066" y="13979"/>
                    <a:pt x="8522" y="8522"/>
                  </a:cubicBezTo>
                  <a:cubicBezTo>
                    <a:pt x="13979" y="3066"/>
                    <a:pt x="21380" y="0"/>
                    <a:pt x="29097" y="0"/>
                  </a:cubicBezTo>
                  <a:close/>
                </a:path>
              </a:pathLst>
            </a:custGeom>
            <a:solidFill>
              <a:srgbClr val="FFF1FA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10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3350" tIns="73350" rIns="73350" bIns="7335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1" name="Google Shape;511;p10"/>
          <p:cNvGrpSpPr/>
          <p:nvPr/>
        </p:nvGrpSpPr>
        <p:grpSpPr>
          <a:xfrm>
            <a:off x="8193047" y="2296394"/>
            <a:ext cx="8085338" cy="6423934"/>
            <a:chOff x="0" y="-28575"/>
            <a:chExt cx="1608440" cy="1277932"/>
          </a:xfrm>
        </p:grpSpPr>
        <p:sp>
          <p:nvSpPr>
            <p:cNvPr id="512" name="Google Shape;512;p10"/>
            <p:cNvSpPr/>
            <p:nvPr/>
          </p:nvSpPr>
          <p:spPr>
            <a:xfrm>
              <a:off x="0" y="0"/>
              <a:ext cx="1608440" cy="1249357"/>
            </a:xfrm>
            <a:custGeom>
              <a:avLst/>
              <a:gdLst/>
              <a:ahLst/>
              <a:cxnLst/>
              <a:rect l="l" t="t" r="r" b="b"/>
              <a:pathLst>
                <a:path w="1608440" h="1249357" extrusionOk="0">
                  <a:moveTo>
                    <a:pt x="20108" y="0"/>
                  </a:moveTo>
                  <a:lnTo>
                    <a:pt x="1588332" y="0"/>
                  </a:lnTo>
                  <a:cubicBezTo>
                    <a:pt x="1593665" y="0"/>
                    <a:pt x="1598779" y="2119"/>
                    <a:pt x="1602550" y="5890"/>
                  </a:cubicBezTo>
                  <a:cubicBezTo>
                    <a:pt x="1606321" y="9660"/>
                    <a:pt x="1608440" y="14775"/>
                    <a:pt x="1608440" y="20108"/>
                  </a:cubicBezTo>
                  <a:lnTo>
                    <a:pt x="1608440" y="1229249"/>
                  </a:lnTo>
                  <a:cubicBezTo>
                    <a:pt x="1608440" y="1234582"/>
                    <a:pt x="1606321" y="1239697"/>
                    <a:pt x="1602550" y="1243468"/>
                  </a:cubicBezTo>
                  <a:cubicBezTo>
                    <a:pt x="1598779" y="1247239"/>
                    <a:pt x="1593665" y="1249357"/>
                    <a:pt x="1588332" y="1249357"/>
                  </a:cubicBezTo>
                  <a:lnTo>
                    <a:pt x="20108" y="1249357"/>
                  </a:lnTo>
                  <a:cubicBezTo>
                    <a:pt x="14775" y="1249357"/>
                    <a:pt x="9660" y="1247239"/>
                    <a:pt x="5890" y="1243468"/>
                  </a:cubicBezTo>
                  <a:cubicBezTo>
                    <a:pt x="2119" y="1239697"/>
                    <a:pt x="0" y="1234582"/>
                    <a:pt x="0" y="1229249"/>
                  </a:cubicBezTo>
                  <a:lnTo>
                    <a:pt x="0" y="20108"/>
                  </a:lnTo>
                  <a:cubicBezTo>
                    <a:pt x="0" y="14775"/>
                    <a:pt x="2119" y="9660"/>
                    <a:pt x="5890" y="5890"/>
                  </a:cubicBezTo>
                  <a:cubicBezTo>
                    <a:pt x="9660" y="2119"/>
                    <a:pt x="14775" y="0"/>
                    <a:pt x="20108" y="0"/>
                  </a:cubicBezTo>
                  <a:close/>
                </a:path>
              </a:pathLst>
            </a:custGeom>
            <a:solidFill>
              <a:srgbClr val="E1CBFF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10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3350" tIns="73350" rIns="73350" bIns="7335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5" name="Google Shape;515;p10"/>
          <p:cNvGrpSpPr/>
          <p:nvPr/>
        </p:nvGrpSpPr>
        <p:grpSpPr>
          <a:xfrm>
            <a:off x="3975403" y="3017811"/>
            <a:ext cx="1656019" cy="1714238"/>
            <a:chOff x="0" y="-28575"/>
            <a:chExt cx="812800" cy="841375"/>
          </a:xfrm>
        </p:grpSpPr>
        <p:sp>
          <p:nvSpPr>
            <p:cNvPr id="516" name="Google Shape;516;p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102850" y="0"/>
                  </a:moveTo>
                  <a:lnTo>
                    <a:pt x="709950" y="0"/>
                  </a:lnTo>
                  <a:cubicBezTo>
                    <a:pt x="737227" y="0"/>
                    <a:pt x="763388" y="10836"/>
                    <a:pt x="782676" y="30124"/>
                  </a:cubicBezTo>
                  <a:cubicBezTo>
                    <a:pt x="801964" y="49412"/>
                    <a:pt x="812800" y="75573"/>
                    <a:pt x="812800" y="102850"/>
                  </a:cubicBezTo>
                  <a:lnTo>
                    <a:pt x="812800" y="709950"/>
                  </a:lnTo>
                  <a:cubicBezTo>
                    <a:pt x="812800" y="737227"/>
                    <a:pt x="801964" y="763388"/>
                    <a:pt x="782676" y="782676"/>
                  </a:cubicBezTo>
                  <a:cubicBezTo>
                    <a:pt x="763388" y="801964"/>
                    <a:pt x="737227" y="812800"/>
                    <a:pt x="709950" y="812800"/>
                  </a:cubicBezTo>
                  <a:lnTo>
                    <a:pt x="102850" y="812800"/>
                  </a:lnTo>
                  <a:cubicBezTo>
                    <a:pt x="75573" y="812800"/>
                    <a:pt x="49412" y="801964"/>
                    <a:pt x="30124" y="782676"/>
                  </a:cubicBezTo>
                  <a:cubicBezTo>
                    <a:pt x="10836" y="763388"/>
                    <a:pt x="0" y="737227"/>
                    <a:pt x="0" y="709950"/>
                  </a:cubicBezTo>
                  <a:lnTo>
                    <a:pt x="0" y="102850"/>
                  </a:lnTo>
                  <a:cubicBezTo>
                    <a:pt x="0" y="75573"/>
                    <a:pt x="10836" y="49412"/>
                    <a:pt x="30124" y="30124"/>
                  </a:cubicBezTo>
                  <a:cubicBezTo>
                    <a:pt x="49412" y="10836"/>
                    <a:pt x="75573" y="0"/>
                    <a:pt x="102850" y="0"/>
                  </a:cubicBezTo>
                  <a:close/>
                </a:path>
              </a:pathLst>
            </a:custGeom>
            <a:solidFill>
              <a:srgbClr val="AC74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10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18" name="Google Shape;518;p10"/>
          <p:cNvSpPr txBox="1"/>
          <p:nvPr/>
        </p:nvSpPr>
        <p:spPr>
          <a:xfrm>
            <a:off x="2359745" y="5045970"/>
            <a:ext cx="4887300" cy="2077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90000"/>
              </a:lnSpc>
            </a:pPr>
            <a:r>
              <a:rPr lang="en-US" sz="7500" b="1" dirty="0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Customer</a:t>
            </a:r>
            <a:r>
              <a:rPr lang="zh-CN" altLang="en-US" sz="7500" b="1" dirty="0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 </a:t>
            </a:r>
            <a:r>
              <a:rPr lang="en-US" altLang="zh-CN" sz="7500" b="1" dirty="0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Structure</a:t>
            </a:r>
            <a:endParaRPr lang="en-US" sz="7500" b="1" i="0" u="none" strike="noStrike" cap="none" dirty="0">
              <a:solidFill>
                <a:srgbClr val="AC74F8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519" name="Google Shape;519;p10"/>
          <p:cNvSpPr txBox="1"/>
          <p:nvPr/>
        </p:nvSpPr>
        <p:spPr>
          <a:xfrm>
            <a:off x="4153102" y="3294625"/>
            <a:ext cx="1300725" cy="113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350" b="1" i="0" u="none" strike="noStrike" cap="none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rPr>
              <a:t>01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AF3"/>
        </a:solidFill>
        <a:effectLst/>
      </p:bgPr>
    </p:bg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4" name="Google Shape;524;g1e66018a5e7_0_372"/>
          <p:cNvGrpSpPr/>
          <p:nvPr/>
        </p:nvGrpSpPr>
        <p:grpSpPr>
          <a:xfrm>
            <a:off x="-218317" y="-2912955"/>
            <a:ext cx="18743684" cy="18738744"/>
            <a:chOff x="0" y="0"/>
            <a:chExt cx="24991578" cy="24984992"/>
          </a:xfrm>
        </p:grpSpPr>
        <p:pic>
          <p:nvPicPr>
            <p:cNvPr id="525" name="Google Shape;525;g1e66018a5e7_0_372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6" name="Google Shape;526;g1e66018a5e7_0_372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7" name="Google Shape;527;g1e66018a5e7_0_372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8" name="Google Shape;528;g1e66018a5e7_0_372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29" name="Google Shape;529;g1e66018a5e7_0_372"/>
          <p:cNvGrpSpPr/>
          <p:nvPr/>
        </p:nvGrpSpPr>
        <p:grpSpPr>
          <a:xfrm>
            <a:off x="12368498" y="2972296"/>
            <a:ext cx="5195566" cy="6735309"/>
            <a:chOff x="905364" y="2972296"/>
            <a:chExt cx="5195566" cy="6735309"/>
          </a:xfrm>
        </p:grpSpPr>
        <p:grpSp>
          <p:nvGrpSpPr>
            <p:cNvPr id="530" name="Google Shape;530;g1e66018a5e7_0_372"/>
            <p:cNvGrpSpPr/>
            <p:nvPr/>
          </p:nvGrpSpPr>
          <p:grpSpPr>
            <a:xfrm>
              <a:off x="1095864" y="2988843"/>
              <a:ext cx="5005066" cy="6718762"/>
              <a:chOff x="0" y="-28575"/>
              <a:chExt cx="822174" cy="1103680"/>
            </a:xfrm>
          </p:grpSpPr>
          <p:sp>
            <p:nvSpPr>
              <p:cNvPr id="531" name="Google Shape;531;g1e66018a5e7_0_372"/>
              <p:cNvSpPr/>
              <p:nvPr/>
            </p:nvSpPr>
            <p:spPr>
              <a:xfrm>
                <a:off x="0" y="0"/>
                <a:ext cx="822174" cy="1075105"/>
              </a:xfrm>
              <a:custGeom>
                <a:avLst/>
                <a:gdLst/>
                <a:ahLst/>
                <a:cxnLst/>
                <a:rect l="l" t="t" r="r" b="b"/>
                <a:pathLst>
                  <a:path w="822174" h="1075105" extrusionOk="0">
                    <a:moveTo>
                      <a:pt x="32483" y="0"/>
                    </a:moveTo>
                    <a:lnTo>
                      <a:pt x="789690" y="0"/>
                    </a:lnTo>
                    <a:cubicBezTo>
                      <a:pt x="798306" y="0"/>
                      <a:pt x="806568" y="3422"/>
                      <a:pt x="812660" y="9514"/>
                    </a:cubicBezTo>
                    <a:cubicBezTo>
                      <a:pt x="818751" y="15606"/>
                      <a:pt x="822174" y="23868"/>
                      <a:pt x="822174" y="32483"/>
                    </a:cubicBezTo>
                    <a:lnTo>
                      <a:pt x="822174" y="1042622"/>
                    </a:lnTo>
                    <a:cubicBezTo>
                      <a:pt x="822174" y="1051237"/>
                      <a:pt x="818751" y="1059499"/>
                      <a:pt x="812660" y="1065591"/>
                    </a:cubicBezTo>
                    <a:cubicBezTo>
                      <a:pt x="806568" y="1071683"/>
                      <a:pt x="798306" y="1075105"/>
                      <a:pt x="789690" y="1075105"/>
                    </a:cubicBezTo>
                    <a:lnTo>
                      <a:pt x="32483" y="1075105"/>
                    </a:lnTo>
                    <a:cubicBezTo>
                      <a:pt x="23868" y="1075105"/>
                      <a:pt x="15606" y="1071683"/>
                      <a:pt x="9514" y="1065591"/>
                    </a:cubicBezTo>
                    <a:cubicBezTo>
                      <a:pt x="3422" y="1059499"/>
                      <a:pt x="0" y="1051237"/>
                      <a:pt x="0" y="1042622"/>
                    </a:cubicBezTo>
                    <a:lnTo>
                      <a:pt x="0" y="32483"/>
                    </a:lnTo>
                    <a:cubicBezTo>
                      <a:pt x="0" y="23868"/>
                      <a:pt x="3422" y="15606"/>
                      <a:pt x="9514" y="9514"/>
                    </a:cubicBezTo>
                    <a:cubicBezTo>
                      <a:pt x="15606" y="3422"/>
                      <a:pt x="23868" y="0"/>
                      <a:pt x="32483" y="0"/>
                    </a:cubicBezTo>
                    <a:close/>
                  </a:path>
                </a:pathLst>
              </a:custGeom>
              <a:solidFill>
                <a:srgbClr val="AC74F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Google Shape;532;g1e66018a5e7_0_372"/>
              <p:cNvSpPr txBox="1"/>
              <p:nvPr/>
            </p:nvSpPr>
            <p:spPr>
              <a:xfrm>
                <a:off x="0" y="-28575"/>
                <a:ext cx="812700" cy="84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350" tIns="73350" rIns="73350" bIns="73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33" name="Google Shape;533;g1e66018a5e7_0_372"/>
            <p:cNvGrpSpPr/>
            <p:nvPr/>
          </p:nvGrpSpPr>
          <p:grpSpPr>
            <a:xfrm>
              <a:off x="905364" y="2972296"/>
              <a:ext cx="5005498" cy="6545374"/>
              <a:chOff x="0" y="0"/>
              <a:chExt cx="6673997" cy="8727165"/>
            </a:xfrm>
          </p:grpSpPr>
          <p:sp>
            <p:nvSpPr>
              <p:cNvPr id="534" name="Google Shape;534;g1e66018a5e7_0_372"/>
              <p:cNvSpPr/>
              <p:nvPr/>
            </p:nvSpPr>
            <p:spPr>
              <a:xfrm>
                <a:off x="0" y="0"/>
                <a:ext cx="6673997" cy="8727165"/>
              </a:xfrm>
              <a:custGeom>
                <a:avLst/>
                <a:gdLst/>
                <a:ahLst/>
                <a:cxnLst/>
                <a:rect l="l" t="t" r="r" b="b"/>
                <a:pathLst>
                  <a:path w="822174" h="1075105" extrusionOk="0">
                    <a:moveTo>
                      <a:pt x="32483" y="0"/>
                    </a:moveTo>
                    <a:lnTo>
                      <a:pt x="789690" y="0"/>
                    </a:lnTo>
                    <a:cubicBezTo>
                      <a:pt x="798306" y="0"/>
                      <a:pt x="806568" y="3422"/>
                      <a:pt x="812660" y="9514"/>
                    </a:cubicBezTo>
                    <a:cubicBezTo>
                      <a:pt x="818751" y="15606"/>
                      <a:pt x="822174" y="23868"/>
                      <a:pt x="822174" y="32483"/>
                    </a:cubicBezTo>
                    <a:lnTo>
                      <a:pt x="822174" y="1042622"/>
                    </a:lnTo>
                    <a:cubicBezTo>
                      <a:pt x="822174" y="1051237"/>
                      <a:pt x="818751" y="1059499"/>
                      <a:pt x="812660" y="1065591"/>
                    </a:cubicBezTo>
                    <a:cubicBezTo>
                      <a:pt x="806568" y="1071683"/>
                      <a:pt x="798306" y="1075105"/>
                      <a:pt x="789690" y="1075105"/>
                    </a:cubicBezTo>
                    <a:lnTo>
                      <a:pt x="32483" y="1075105"/>
                    </a:lnTo>
                    <a:cubicBezTo>
                      <a:pt x="23868" y="1075105"/>
                      <a:pt x="15606" y="1071683"/>
                      <a:pt x="9514" y="1065591"/>
                    </a:cubicBezTo>
                    <a:cubicBezTo>
                      <a:pt x="3422" y="1059499"/>
                      <a:pt x="0" y="1051237"/>
                      <a:pt x="0" y="1042622"/>
                    </a:cubicBezTo>
                    <a:lnTo>
                      <a:pt x="0" y="32483"/>
                    </a:lnTo>
                    <a:cubicBezTo>
                      <a:pt x="0" y="23868"/>
                      <a:pt x="3422" y="15606"/>
                      <a:pt x="9514" y="9514"/>
                    </a:cubicBezTo>
                    <a:cubicBezTo>
                      <a:pt x="15606" y="3422"/>
                      <a:pt x="23868" y="0"/>
                      <a:pt x="32483" y="0"/>
                    </a:cubicBezTo>
                    <a:close/>
                  </a:path>
                </a:pathLst>
              </a:custGeom>
              <a:solidFill>
                <a:srgbClr val="CFE5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35" name="Google Shape;535;g1e66018a5e7_0_372"/>
              <p:cNvCxnSpPr/>
              <p:nvPr/>
            </p:nvCxnSpPr>
            <p:spPr>
              <a:xfrm>
                <a:off x="0" y="953275"/>
                <a:ext cx="6673500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36" name="Google Shape;536;g1e66018a5e7_0_372"/>
              <p:cNvCxnSpPr/>
              <p:nvPr/>
            </p:nvCxnSpPr>
            <p:spPr>
              <a:xfrm>
                <a:off x="4235043" y="496702"/>
                <a:ext cx="528600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37" name="Google Shape;537;g1e66018a5e7_0_372"/>
              <p:cNvCxnSpPr/>
              <p:nvPr/>
            </p:nvCxnSpPr>
            <p:spPr>
              <a:xfrm rot="2700000">
                <a:off x="5664689" y="496721"/>
                <a:ext cx="528633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38" name="Google Shape;538;g1e66018a5e7_0_372"/>
              <p:cNvCxnSpPr/>
              <p:nvPr/>
            </p:nvCxnSpPr>
            <p:spPr>
              <a:xfrm rot="8100000">
                <a:off x="5664650" y="496721"/>
                <a:ext cx="528633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539" name="Google Shape;539;g1e66018a5e7_0_372"/>
              <p:cNvSpPr/>
              <p:nvPr/>
            </p:nvSpPr>
            <p:spPr>
              <a:xfrm>
                <a:off x="5052714" y="314371"/>
                <a:ext cx="373888" cy="373888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sp>
        </p:grpSp>
      </p:grpSp>
      <p:grpSp>
        <p:nvGrpSpPr>
          <p:cNvPr id="540" name="Google Shape;540;g1e66018a5e7_0_372"/>
          <p:cNvGrpSpPr/>
          <p:nvPr/>
        </p:nvGrpSpPr>
        <p:grpSpPr>
          <a:xfrm>
            <a:off x="6636925" y="2972296"/>
            <a:ext cx="5195566" cy="6735309"/>
            <a:chOff x="905364" y="2972296"/>
            <a:chExt cx="5195566" cy="6735309"/>
          </a:xfrm>
        </p:grpSpPr>
        <p:grpSp>
          <p:nvGrpSpPr>
            <p:cNvPr id="541" name="Google Shape;541;g1e66018a5e7_0_372"/>
            <p:cNvGrpSpPr/>
            <p:nvPr/>
          </p:nvGrpSpPr>
          <p:grpSpPr>
            <a:xfrm>
              <a:off x="1095864" y="2988843"/>
              <a:ext cx="5005066" cy="6718762"/>
              <a:chOff x="0" y="-28575"/>
              <a:chExt cx="822174" cy="1103680"/>
            </a:xfrm>
          </p:grpSpPr>
          <p:sp>
            <p:nvSpPr>
              <p:cNvPr id="542" name="Google Shape;542;g1e66018a5e7_0_372"/>
              <p:cNvSpPr/>
              <p:nvPr/>
            </p:nvSpPr>
            <p:spPr>
              <a:xfrm>
                <a:off x="0" y="0"/>
                <a:ext cx="822174" cy="1075105"/>
              </a:xfrm>
              <a:custGeom>
                <a:avLst/>
                <a:gdLst/>
                <a:ahLst/>
                <a:cxnLst/>
                <a:rect l="l" t="t" r="r" b="b"/>
                <a:pathLst>
                  <a:path w="822174" h="1075105" extrusionOk="0">
                    <a:moveTo>
                      <a:pt x="32483" y="0"/>
                    </a:moveTo>
                    <a:lnTo>
                      <a:pt x="789690" y="0"/>
                    </a:lnTo>
                    <a:cubicBezTo>
                      <a:pt x="798306" y="0"/>
                      <a:pt x="806568" y="3422"/>
                      <a:pt x="812660" y="9514"/>
                    </a:cubicBezTo>
                    <a:cubicBezTo>
                      <a:pt x="818751" y="15606"/>
                      <a:pt x="822174" y="23868"/>
                      <a:pt x="822174" y="32483"/>
                    </a:cubicBezTo>
                    <a:lnTo>
                      <a:pt x="822174" y="1042622"/>
                    </a:lnTo>
                    <a:cubicBezTo>
                      <a:pt x="822174" y="1051237"/>
                      <a:pt x="818751" y="1059499"/>
                      <a:pt x="812660" y="1065591"/>
                    </a:cubicBezTo>
                    <a:cubicBezTo>
                      <a:pt x="806568" y="1071683"/>
                      <a:pt x="798306" y="1075105"/>
                      <a:pt x="789690" y="1075105"/>
                    </a:cubicBezTo>
                    <a:lnTo>
                      <a:pt x="32483" y="1075105"/>
                    </a:lnTo>
                    <a:cubicBezTo>
                      <a:pt x="23868" y="1075105"/>
                      <a:pt x="15606" y="1071683"/>
                      <a:pt x="9514" y="1065591"/>
                    </a:cubicBezTo>
                    <a:cubicBezTo>
                      <a:pt x="3422" y="1059499"/>
                      <a:pt x="0" y="1051237"/>
                      <a:pt x="0" y="1042622"/>
                    </a:cubicBezTo>
                    <a:lnTo>
                      <a:pt x="0" y="32483"/>
                    </a:lnTo>
                    <a:cubicBezTo>
                      <a:pt x="0" y="23868"/>
                      <a:pt x="3422" y="15606"/>
                      <a:pt x="9514" y="9514"/>
                    </a:cubicBezTo>
                    <a:cubicBezTo>
                      <a:pt x="15606" y="3422"/>
                      <a:pt x="23868" y="0"/>
                      <a:pt x="32483" y="0"/>
                    </a:cubicBezTo>
                    <a:close/>
                  </a:path>
                </a:pathLst>
              </a:custGeom>
              <a:solidFill>
                <a:srgbClr val="AC74F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Google Shape;543;g1e66018a5e7_0_372"/>
              <p:cNvSpPr txBox="1"/>
              <p:nvPr/>
            </p:nvSpPr>
            <p:spPr>
              <a:xfrm>
                <a:off x="0" y="-28575"/>
                <a:ext cx="812700" cy="84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350" tIns="73350" rIns="73350" bIns="73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44" name="Google Shape;544;g1e66018a5e7_0_372"/>
            <p:cNvGrpSpPr/>
            <p:nvPr/>
          </p:nvGrpSpPr>
          <p:grpSpPr>
            <a:xfrm>
              <a:off x="905364" y="2972296"/>
              <a:ext cx="5005498" cy="6545374"/>
              <a:chOff x="0" y="0"/>
              <a:chExt cx="6673997" cy="8727165"/>
            </a:xfrm>
          </p:grpSpPr>
          <p:sp>
            <p:nvSpPr>
              <p:cNvPr id="545" name="Google Shape;545;g1e66018a5e7_0_372"/>
              <p:cNvSpPr/>
              <p:nvPr/>
            </p:nvSpPr>
            <p:spPr>
              <a:xfrm>
                <a:off x="0" y="0"/>
                <a:ext cx="6673997" cy="8727165"/>
              </a:xfrm>
              <a:custGeom>
                <a:avLst/>
                <a:gdLst/>
                <a:ahLst/>
                <a:cxnLst/>
                <a:rect l="l" t="t" r="r" b="b"/>
                <a:pathLst>
                  <a:path w="822174" h="1075105" extrusionOk="0">
                    <a:moveTo>
                      <a:pt x="32483" y="0"/>
                    </a:moveTo>
                    <a:lnTo>
                      <a:pt x="789690" y="0"/>
                    </a:lnTo>
                    <a:cubicBezTo>
                      <a:pt x="798306" y="0"/>
                      <a:pt x="806568" y="3422"/>
                      <a:pt x="812660" y="9514"/>
                    </a:cubicBezTo>
                    <a:cubicBezTo>
                      <a:pt x="818751" y="15606"/>
                      <a:pt x="822174" y="23868"/>
                      <a:pt x="822174" y="32483"/>
                    </a:cubicBezTo>
                    <a:lnTo>
                      <a:pt x="822174" y="1042622"/>
                    </a:lnTo>
                    <a:cubicBezTo>
                      <a:pt x="822174" y="1051237"/>
                      <a:pt x="818751" y="1059499"/>
                      <a:pt x="812660" y="1065591"/>
                    </a:cubicBezTo>
                    <a:cubicBezTo>
                      <a:pt x="806568" y="1071683"/>
                      <a:pt x="798306" y="1075105"/>
                      <a:pt x="789690" y="1075105"/>
                    </a:cubicBezTo>
                    <a:lnTo>
                      <a:pt x="32483" y="1075105"/>
                    </a:lnTo>
                    <a:cubicBezTo>
                      <a:pt x="23868" y="1075105"/>
                      <a:pt x="15606" y="1071683"/>
                      <a:pt x="9514" y="1065591"/>
                    </a:cubicBezTo>
                    <a:cubicBezTo>
                      <a:pt x="3422" y="1059499"/>
                      <a:pt x="0" y="1051237"/>
                      <a:pt x="0" y="1042622"/>
                    </a:cubicBezTo>
                    <a:lnTo>
                      <a:pt x="0" y="32483"/>
                    </a:lnTo>
                    <a:cubicBezTo>
                      <a:pt x="0" y="23868"/>
                      <a:pt x="3422" y="15606"/>
                      <a:pt x="9514" y="9514"/>
                    </a:cubicBezTo>
                    <a:cubicBezTo>
                      <a:pt x="15606" y="3422"/>
                      <a:pt x="23868" y="0"/>
                      <a:pt x="32483" y="0"/>
                    </a:cubicBezTo>
                    <a:close/>
                  </a:path>
                </a:pathLst>
              </a:custGeom>
              <a:solidFill>
                <a:srgbClr val="CFE5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46" name="Google Shape;546;g1e66018a5e7_0_372"/>
              <p:cNvCxnSpPr/>
              <p:nvPr/>
            </p:nvCxnSpPr>
            <p:spPr>
              <a:xfrm>
                <a:off x="0" y="953275"/>
                <a:ext cx="6673500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47" name="Google Shape;547;g1e66018a5e7_0_372"/>
              <p:cNvCxnSpPr/>
              <p:nvPr/>
            </p:nvCxnSpPr>
            <p:spPr>
              <a:xfrm>
                <a:off x="4235043" y="496702"/>
                <a:ext cx="528600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48" name="Google Shape;548;g1e66018a5e7_0_372"/>
              <p:cNvCxnSpPr/>
              <p:nvPr/>
            </p:nvCxnSpPr>
            <p:spPr>
              <a:xfrm rot="2700000">
                <a:off x="5664689" y="496721"/>
                <a:ext cx="528633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49" name="Google Shape;549;g1e66018a5e7_0_372"/>
              <p:cNvCxnSpPr/>
              <p:nvPr/>
            </p:nvCxnSpPr>
            <p:spPr>
              <a:xfrm rot="8100000">
                <a:off x="5664650" y="496721"/>
                <a:ext cx="528633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550" name="Google Shape;550;g1e66018a5e7_0_372"/>
              <p:cNvSpPr/>
              <p:nvPr/>
            </p:nvSpPr>
            <p:spPr>
              <a:xfrm>
                <a:off x="5052714" y="314371"/>
                <a:ext cx="373888" cy="373888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sp>
        </p:grpSp>
      </p:grpSp>
      <p:grpSp>
        <p:nvGrpSpPr>
          <p:cNvPr id="551" name="Google Shape;551;g1e66018a5e7_0_372"/>
          <p:cNvGrpSpPr/>
          <p:nvPr/>
        </p:nvGrpSpPr>
        <p:grpSpPr>
          <a:xfrm>
            <a:off x="905364" y="2972296"/>
            <a:ext cx="5195566" cy="6735309"/>
            <a:chOff x="905364" y="2972296"/>
            <a:chExt cx="5195566" cy="6735309"/>
          </a:xfrm>
        </p:grpSpPr>
        <p:grpSp>
          <p:nvGrpSpPr>
            <p:cNvPr id="552" name="Google Shape;552;g1e66018a5e7_0_372"/>
            <p:cNvGrpSpPr/>
            <p:nvPr/>
          </p:nvGrpSpPr>
          <p:grpSpPr>
            <a:xfrm>
              <a:off x="1095864" y="2988843"/>
              <a:ext cx="5005066" cy="6718762"/>
              <a:chOff x="0" y="-28575"/>
              <a:chExt cx="822174" cy="1103680"/>
            </a:xfrm>
          </p:grpSpPr>
          <p:sp>
            <p:nvSpPr>
              <p:cNvPr id="553" name="Google Shape;553;g1e66018a5e7_0_372"/>
              <p:cNvSpPr/>
              <p:nvPr/>
            </p:nvSpPr>
            <p:spPr>
              <a:xfrm>
                <a:off x="0" y="0"/>
                <a:ext cx="822174" cy="1075105"/>
              </a:xfrm>
              <a:custGeom>
                <a:avLst/>
                <a:gdLst/>
                <a:ahLst/>
                <a:cxnLst/>
                <a:rect l="l" t="t" r="r" b="b"/>
                <a:pathLst>
                  <a:path w="822174" h="1075105" extrusionOk="0">
                    <a:moveTo>
                      <a:pt x="32483" y="0"/>
                    </a:moveTo>
                    <a:lnTo>
                      <a:pt x="789690" y="0"/>
                    </a:lnTo>
                    <a:cubicBezTo>
                      <a:pt x="798306" y="0"/>
                      <a:pt x="806568" y="3422"/>
                      <a:pt x="812660" y="9514"/>
                    </a:cubicBezTo>
                    <a:cubicBezTo>
                      <a:pt x="818751" y="15606"/>
                      <a:pt x="822174" y="23868"/>
                      <a:pt x="822174" y="32483"/>
                    </a:cubicBezTo>
                    <a:lnTo>
                      <a:pt x="822174" y="1042622"/>
                    </a:lnTo>
                    <a:cubicBezTo>
                      <a:pt x="822174" y="1051237"/>
                      <a:pt x="818751" y="1059499"/>
                      <a:pt x="812660" y="1065591"/>
                    </a:cubicBezTo>
                    <a:cubicBezTo>
                      <a:pt x="806568" y="1071683"/>
                      <a:pt x="798306" y="1075105"/>
                      <a:pt x="789690" y="1075105"/>
                    </a:cubicBezTo>
                    <a:lnTo>
                      <a:pt x="32483" y="1075105"/>
                    </a:lnTo>
                    <a:cubicBezTo>
                      <a:pt x="23868" y="1075105"/>
                      <a:pt x="15606" y="1071683"/>
                      <a:pt x="9514" y="1065591"/>
                    </a:cubicBezTo>
                    <a:cubicBezTo>
                      <a:pt x="3422" y="1059499"/>
                      <a:pt x="0" y="1051237"/>
                      <a:pt x="0" y="1042622"/>
                    </a:cubicBezTo>
                    <a:lnTo>
                      <a:pt x="0" y="32483"/>
                    </a:lnTo>
                    <a:cubicBezTo>
                      <a:pt x="0" y="23868"/>
                      <a:pt x="3422" y="15606"/>
                      <a:pt x="9514" y="9514"/>
                    </a:cubicBezTo>
                    <a:cubicBezTo>
                      <a:pt x="15606" y="3422"/>
                      <a:pt x="23868" y="0"/>
                      <a:pt x="32483" y="0"/>
                    </a:cubicBezTo>
                    <a:close/>
                  </a:path>
                </a:pathLst>
              </a:custGeom>
              <a:solidFill>
                <a:srgbClr val="AC74F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Google Shape;554;g1e66018a5e7_0_372"/>
              <p:cNvSpPr txBox="1"/>
              <p:nvPr/>
            </p:nvSpPr>
            <p:spPr>
              <a:xfrm>
                <a:off x="0" y="-28575"/>
                <a:ext cx="812700" cy="84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350" tIns="73350" rIns="73350" bIns="73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55" name="Google Shape;555;g1e66018a5e7_0_372"/>
            <p:cNvGrpSpPr/>
            <p:nvPr/>
          </p:nvGrpSpPr>
          <p:grpSpPr>
            <a:xfrm>
              <a:off x="905364" y="2972296"/>
              <a:ext cx="5005498" cy="6545374"/>
              <a:chOff x="0" y="0"/>
              <a:chExt cx="6673997" cy="8727165"/>
            </a:xfrm>
          </p:grpSpPr>
          <p:sp>
            <p:nvSpPr>
              <p:cNvPr id="556" name="Google Shape;556;g1e66018a5e7_0_372"/>
              <p:cNvSpPr/>
              <p:nvPr/>
            </p:nvSpPr>
            <p:spPr>
              <a:xfrm>
                <a:off x="0" y="0"/>
                <a:ext cx="6673997" cy="8727165"/>
              </a:xfrm>
              <a:custGeom>
                <a:avLst/>
                <a:gdLst/>
                <a:ahLst/>
                <a:cxnLst/>
                <a:rect l="l" t="t" r="r" b="b"/>
                <a:pathLst>
                  <a:path w="822174" h="1075105" extrusionOk="0">
                    <a:moveTo>
                      <a:pt x="32483" y="0"/>
                    </a:moveTo>
                    <a:lnTo>
                      <a:pt x="789690" y="0"/>
                    </a:lnTo>
                    <a:cubicBezTo>
                      <a:pt x="798306" y="0"/>
                      <a:pt x="806568" y="3422"/>
                      <a:pt x="812660" y="9514"/>
                    </a:cubicBezTo>
                    <a:cubicBezTo>
                      <a:pt x="818751" y="15606"/>
                      <a:pt x="822174" y="23868"/>
                      <a:pt x="822174" y="32483"/>
                    </a:cubicBezTo>
                    <a:lnTo>
                      <a:pt x="822174" y="1042622"/>
                    </a:lnTo>
                    <a:cubicBezTo>
                      <a:pt x="822174" y="1051237"/>
                      <a:pt x="818751" y="1059499"/>
                      <a:pt x="812660" y="1065591"/>
                    </a:cubicBezTo>
                    <a:cubicBezTo>
                      <a:pt x="806568" y="1071683"/>
                      <a:pt x="798306" y="1075105"/>
                      <a:pt x="789690" y="1075105"/>
                    </a:cubicBezTo>
                    <a:lnTo>
                      <a:pt x="32483" y="1075105"/>
                    </a:lnTo>
                    <a:cubicBezTo>
                      <a:pt x="23868" y="1075105"/>
                      <a:pt x="15606" y="1071683"/>
                      <a:pt x="9514" y="1065591"/>
                    </a:cubicBezTo>
                    <a:cubicBezTo>
                      <a:pt x="3422" y="1059499"/>
                      <a:pt x="0" y="1051237"/>
                      <a:pt x="0" y="1042622"/>
                    </a:cubicBezTo>
                    <a:lnTo>
                      <a:pt x="0" y="32483"/>
                    </a:lnTo>
                    <a:cubicBezTo>
                      <a:pt x="0" y="23868"/>
                      <a:pt x="3422" y="15606"/>
                      <a:pt x="9514" y="9514"/>
                    </a:cubicBezTo>
                    <a:cubicBezTo>
                      <a:pt x="15606" y="3422"/>
                      <a:pt x="23868" y="0"/>
                      <a:pt x="32483" y="0"/>
                    </a:cubicBezTo>
                    <a:close/>
                  </a:path>
                </a:pathLst>
              </a:custGeom>
              <a:solidFill>
                <a:srgbClr val="CFE5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57" name="Google Shape;557;g1e66018a5e7_0_372"/>
              <p:cNvCxnSpPr/>
              <p:nvPr/>
            </p:nvCxnSpPr>
            <p:spPr>
              <a:xfrm>
                <a:off x="0" y="953275"/>
                <a:ext cx="6673500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58" name="Google Shape;558;g1e66018a5e7_0_372"/>
              <p:cNvCxnSpPr/>
              <p:nvPr/>
            </p:nvCxnSpPr>
            <p:spPr>
              <a:xfrm>
                <a:off x="4235043" y="496702"/>
                <a:ext cx="528600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59" name="Google Shape;559;g1e66018a5e7_0_372"/>
              <p:cNvCxnSpPr/>
              <p:nvPr/>
            </p:nvCxnSpPr>
            <p:spPr>
              <a:xfrm rot="2700000">
                <a:off x="5664689" y="496721"/>
                <a:ext cx="528633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60" name="Google Shape;560;g1e66018a5e7_0_372"/>
              <p:cNvCxnSpPr/>
              <p:nvPr/>
            </p:nvCxnSpPr>
            <p:spPr>
              <a:xfrm rot="8100000">
                <a:off x="5664650" y="496721"/>
                <a:ext cx="528633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561" name="Google Shape;561;g1e66018a5e7_0_372"/>
              <p:cNvSpPr/>
              <p:nvPr/>
            </p:nvSpPr>
            <p:spPr>
              <a:xfrm>
                <a:off x="5052714" y="314371"/>
                <a:ext cx="373888" cy="373888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sp>
        </p:grpSp>
      </p:grpSp>
      <p:grpSp>
        <p:nvGrpSpPr>
          <p:cNvPr id="562" name="Google Shape;562;g1e66018a5e7_0_372"/>
          <p:cNvGrpSpPr/>
          <p:nvPr/>
        </p:nvGrpSpPr>
        <p:grpSpPr>
          <a:xfrm>
            <a:off x="2290972" y="5127772"/>
            <a:ext cx="2233818" cy="2233818"/>
            <a:chOff x="0" y="0"/>
            <a:chExt cx="812800" cy="812800"/>
          </a:xfrm>
        </p:grpSpPr>
        <p:sp>
          <p:nvSpPr>
            <p:cNvPr id="563" name="Google Shape;563;g1e66018a5e7_0_37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630849" y="0"/>
                    <a:pt x="812800" y="181951"/>
                    <a:pt x="812800" y="406400"/>
                  </a:cubicBezTo>
                  <a:cubicBezTo>
                    <a:pt x="812800" y="630849"/>
                    <a:pt x="630849" y="812800"/>
                    <a:pt x="406400" y="812800"/>
                  </a:cubicBezTo>
                  <a:cubicBezTo>
                    <a:pt x="181951" y="812800"/>
                    <a:pt x="0" y="630849"/>
                    <a:pt x="0" y="406400"/>
                  </a:cubicBezTo>
                  <a:cubicBezTo>
                    <a:pt x="0" y="181951"/>
                    <a:pt x="181951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g1e66018a5e7_0_372"/>
            <p:cNvSpPr txBox="1"/>
            <p:nvPr/>
          </p:nvSpPr>
          <p:spPr>
            <a:xfrm>
              <a:off x="76200" y="47625"/>
              <a:ext cx="660300" cy="68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5" name="Google Shape;565;g1e66018a5e7_0_372"/>
          <p:cNvGrpSpPr/>
          <p:nvPr/>
        </p:nvGrpSpPr>
        <p:grpSpPr>
          <a:xfrm>
            <a:off x="8036613" y="5127772"/>
            <a:ext cx="2233818" cy="2233818"/>
            <a:chOff x="0" y="0"/>
            <a:chExt cx="812800" cy="812800"/>
          </a:xfrm>
        </p:grpSpPr>
        <p:sp>
          <p:nvSpPr>
            <p:cNvPr id="566" name="Google Shape;566;g1e66018a5e7_0_37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630849" y="0"/>
                    <a:pt x="812800" y="181951"/>
                    <a:pt x="812800" y="406400"/>
                  </a:cubicBezTo>
                  <a:cubicBezTo>
                    <a:pt x="812800" y="630849"/>
                    <a:pt x="630849" y="812800"/>
                    <a:pt x="406400" y="812800"/>
                  </a:cubicBezTo>
                  <a:cubicBezTo>
                    <a:pt x="181951" y="812800"/>
                    <a:pt x="0" y="630849"/>
                    <a:pt x="0" y="406400"/>
                  </a:cubicBezTo>
                  <a:cubicBezTo>
                    <a:pt x="0" y="181951"/>
                    <a:pt x="181951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g1e66018a5e7_0_372"/>
            <p:cNvSpPr txBox="1"/>
            <p:nvPr/>
          </p:nvSpPr>
          <p:spPr>
            <a:xfrm>
              <a:off x="76200" y="47625"/>
              <a:ext cx="660300" cy="68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8" name="Google Shape;568;g1e66018a5e7_0_372"/>
          <p:cNvGrpSpPr/>
          <p:nvPr/>
        </p:nvGrpSpPr>
        <p:grpSpPr>
          <a:xfrm>
            <a:off x="13784603" y="5127772"/>
            <a:ext cx="2233818" cy="2233818"/>
            <a:chOff x="0" y="0"/>
            <a:chExt cx="812800" cy="812800"/>
          </a:xfrm>
        </p:grpSpPr>
        <p:sp>
          <p:nvSpPr>
            <p:cNvPr id="569" name="Google Shape;569;g1e66018a5e7_0_37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630849" y="0"/>
                    <a:pt x="812800" y="181951"/>
                    <a:pt x="812800" y="406400"/>
                  </a:cubicBezTo>
                  <a:cubicBezTo>
                    <a:pt x="812800" y="630849"/>
                    <a:pt x="630849" y="812800"/>
                    <a:pt x="406400" y="812800"/>
                  </a:cubicBezTo>
                  <a:cubicBezTo>
                    <a:pt x="181951" y="812800"/>
                    <a:pt x="0" y="630849"/>
                    <a:pt x="0" y="406400"/>
                  </a:cubicBezTo>
                  <a:cubicBezTo>
                    <a:pt x="0" y="181951"/>
                    <a:pt x="181951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g1e66018a5e7_0_372"/>
            <p:cNvSpPr txBox="1"/>
            <p:nvPr/>
          </p:nvSpPr>
          <p:spPr>
            <a:xfrm>
              <a:off x="76200" y="47625"/>
              <a:ext cx="660300" cy="68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571" name="Google Shape;571;g1e66018a5e7_0_372"/>
          <p:cNvCxnSpPr/>
          <p:nvPr/>
        </p:nvCxnSpPr>
        <p:spPr>
          <a:xfrm>
            <a:off x="6314317" y="-5258803"/>
            <a:ext cx="5004900" cy="0"/>
          </a:xfrm>
          <a:prstGeom prst="straightConnector1">
            <a:avLst/>
          </a:prstGeom>
          <a:noFill/>
          <a:ln w="76200" cap="flat" cmpd="sng">
            <a:solidFill>
              <a:srgbClr val="AC74F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72" name="Google Shape;572;g1e66018a5e7_0_372"/>
          <p:cNvSpPr txBox="1"/>
          <p:nvPr/>
        </p:nvSpPr>
        <p:spPr>
          <a:xfrm>
            <a:off x="1038225" y="1109081"/>
            <a:ext cx="162306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i="0" u="none" strike="noStrike" cap="none" dirty="0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CONSUMER SEGMENTS</a:t>
            </a:r>
          </a:p>
        </p:txBody>
      </p:sp>
      <p:sp>
        <p:nvSpPr>
          <p:cNvPr id="573" name="Google Shape;573;g1e66018a5e7_0_372"/>
          <p:cNvSpPr txBox="1"/>
          <p:nvPr/>
        </p:nvSpPr>
        <p:spPr>
          <a:xfrm>
            <a:off x="7335488" y="7802704"/>
            <a:ext cx="3512700" cy="12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Visualize the ideal customer for which your solutions are intended.</a:t>
            </a:r>
          </a:p>
        </p:txBody>
      </p:sp>
      <p:sp>
        <p:nvSpPr>
          <p:cNvPr id="574" name="Google Shape;574;g1e66018a5e7_0_372"/>
          <p:cNvSpPr txBox="1"/>
          <p:nvPr/>
        </p:nvSpPr>
        <p:spPr>
          <a:xfrm>
            <a:off x="13083478" y="7802704"/>
            <a:ext cx="35127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Visualize the ideal customer for which your solutions are intended.</a:t>
            </a:r>
          </a:p>
        </p:txBody>
      </p:sp>
      <p:sp>
        <p:nvSpPr>
          <p:cNvPr id="575" name="Google Shape;575;g1e66018a5e7_0_372"/>
          <p:cNvSpPr txBox="1"/>
          <p:nvPr/>
        </p:nvSpPr>
        <p:spPr>
          <a:xfrm>
            <a:off x="1098702" y="4315002"/>
            <a:ext cx="44949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Persona 1</a:t>
            </a:r>
          </a:p>
        </p:txBody>
      </p:sp>
      <p:sp>
        <p:nvSpPr>
          <p:cNvPr id="576" name="Google Shape;576;g1e66018a5e7_0_372"/>
          <p:cNvSpPr txBox="1"/>
          <p:nvPr/>
        </p:nvSpPr>
        <p:spPr>
          <a:xfrm>
            <a:off x="6831980" y="4315002"/>
            <a:ext cx="45198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Persona 2</a:t>
            </a:r>
          </a:p>
        </p:txBody>
      </p:sp>
      <p:sp>
        <p:nvSpPr>
          <p:cNvPr id="577" name="Google Shape;577;g1e66018a5e7_0_372"/>
          <p:cNvSpPr txBox="1"/>
          <p:nvPr/>
        </p:nvSpPr>
        <p:spPr>
          <a:xfrm>
            <a:off x="12589495" y="4315002"/>
            <a:ext cx="45006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Persona 3</a:t>
            </a:r>
          </a:p>
        </p:txBody>
      </p:sp>
      <p:sp>
        <p:nvSpPr>
          <p:cNvPr id="578" name="Google Shape;578;g1e66018a5e7_0_372"/>
          <p:cNvSpPr txBox="1"/>
          <p:nvPr/>
        </p:nvSpPr>
        <p:spPr>
          <a:xfrm>
            <a:off x="1589847" y="7802704"/>
            <a:ext cx="35127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Visualize the ideal customer for which your solutions are intended.</a:t>
            </a:r>
          </a:p>
        </p:txBody>
      </p:sp>
      <p:pic>
        <p:nvPicPr>
          <p:cNvPr id="579" name="Google Shape;579;g1e66018a5e7_0_372"/>
          <p:cNvPicPr preferRelativeResize="0"/>
          <p:nvPr/>
        </p:nvPicPr>
        <p:blipFill rotWithShape="1">
          <a:blip r:embed="rId4"/>
          <a:srcRect l="4169" t="26970" r="69833" b="26988"/>
          <a:stretch>
            <a:fillRect/>
          </a:stretch>
        </p:blipFill>
        <p:spPr>
          <a:xfrm>
            <a:off x="2327740" y="5165581"/>
            <a:ext cx="2167800" cy="21591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80" name="Google Shape;580;g1e66018a5e7_0_372"/>
          <p:cNvPicPr preferRelativeResize="0"/>
          <p:nvPr/>
        </p:nvPicPr>
        <p:blipFill rotWithShape="1">
          <a:blip r:embed="rId4"/>
          <a:srcRect l="37000" t="26970" r="37003" b="26988"/>
          <a:stretch>
            <a:fillRect/>
          </a:stretch>
        </p:blipFill>
        <p:spPr>
          <a:xfrm>
            <a:off x="8056165" y="5165581"/>
            <a:ext cx="2167800" cy="21591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81" name="Google Shape;581;g1e66018a5e7_0_372"/>
          <p:cNvPicPr preferRelativeResize="0"/>
          <p:nvPr/>
        </p:nvPicPr>
        <p:blipFill rotWithShape="1">
          <a:blip r:embed="rId4"/>
          <a:srcRect l="69857" t="26970" r="4146" b="26988"/>
          <a:stretch>
            <a:fillRect/>
          </a:stretch>
        </p:blipFill>
        <p:spPr>
          <a:xfrm>
            <a:off x="13811490" y="5165581"/>
            <a:ext cx="2167800" cy="21591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7"/>
        </a:solidFill>
        <a:effectLst/>
      </p:bgPr>
    </p:bg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6" name="Google Shape;586;p12"/>
          <p:cNvGrpSpPr/>
          <p:nvPr/>
        </p:nvGrpSpPr>
        <p:grpSpPr>
          <a:xfrm>
            <a:off x="-218317" y="-2912955"/>
            <a:ext cx="18743683" cy="18738744"/>
            <a:chOff x="0" y="0"/>
            <a:chExt cx="24991578" cy="24984992"/>
          </a:xfrm>
        </p:grpSpPr>
        <p:pic>
          <p:nvPicPr>
            <p:cNvPr id="587" name="Google Shape;587;p12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8" name="Google Shape;588;p12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9" name="Google Shape;589;p12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90" name="Google Shape;590;p12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91" name="Google Shape;591;p12"/>
          <p:cNvSpPr txBox="1"/>
          <p:nvPr/>
        </p:nvSpPr>
        <p:spPr>
          <a:xfrm>
            <a:off x="305860" y="710902"/>
            <a:ext cx="17676280" cy="913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0" b="1" i="0" u="none" strike="noStrike" cap="none" dirty="0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COST STRUCTURE &amp; REVENUE STREAM</a:t>
            </a:r>
          </a:p>
        </p:txBody>
      </p:sp>
      <p:graphicFrame>
        <p:nvGraphicFramePr>
          <p:cNvPr id="592" name="Google Shape;592;p12"/>
          <p:cNvGraphicFramePr/>
          <p:nvPr/>
        </p:nvGraphicFramePr>
        <p:xfrm>
          <a:off x="1028700" y="1923578"/>
          <a:ext cx="16291400" cy="8143972"/>
        </p:xfrm>
        <a:graphic>
          <a:graphicData uri="http://schemas.openxmlformats.org/drawingml/2006/table">
            <a:tbl>
              <a:tblPr>
                <a:noFill/>
                <a:tableStyleId>{ECFE9AE6-8ADE-4E2D-92CA-4551237293D3}</a:tableStyleId>
              </a:tblPr>
              <a:tblGrid>
                <a:gridCol w="92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8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8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8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58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90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1st</a:t>
                      </a:r>
                      <a:endParaRPr sz="1100" u="none" strike="noStrike" cap="none"/>
                    </a:p>
                    <a:p>
                      <a:pPr marL="0" marR="0" lvl="0" indent="0" algn="ctr" rtl="0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Quarter</a:t>
                      </a:r>
                    </a:p>
                  </a:txBody>
                  <a:tcPr marL="101075" marR="101075" marT="101075" marB="101075" anchor="ctr">
                    <a:lnL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EBD4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 2nd Quarter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EBD4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3rd</a:t>
                      </a:r>
                      <a:endParaRPr sz="1100" u="none" strike="noStrike" cap="none"/>
                    </a:p>
                    <a:p>
                      <a:pPr marL="0" marR="0" lvl="0" indent="0" algn="ctr" rtl="0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Quarter</a:t>
                      </a:r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EBD4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4th</a:t>
                      </a:r>
                      <a:endParaRPr sz="1100" u="none" strike="noStrike" cap="none"/>
                    </a:p>
                    <a:p>
                      <a:pPr marL="0" marR="0" lvl="0" indent="0" algn="ctr" rtl="0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Quarter</a:t>
                      </a:r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EB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6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Income Statement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1FA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71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1" u="none" strike="noStrike" cap="none">
                          <a:solidFill>
                            <a:srgbClr val="000000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Revenue </a:t>
                      </a:r>
                      <a:endParaRPr sz="1100" u="none" strike="noStrike" cap="none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u="none" strike="noStrike" cap="none">
                          <a:solidFill>
                            <a:srgbClr val="000000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Add the product of your average sales price and the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u="none" strike="noStrike" cap="none">
                          <a:solidFill>
                            <a:srgbClr val="000000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number of units sold with your other sources of revenue</a:t>
                      </a:r>
                    </a:p>
                  </a:txBody>
                  <a:tcPr marL="101075" marR="101075" marT="101075" marB="101075" anchor="ctr">
                    <a:lnL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52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000000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Fixed Costs</a:t>
                      </a:r>
                      <a:endParaRPr sz="1100" u="none" strike="noStrike" cap="none"/>
                    </a:p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u="none" strike="noStrike" cap="none">
                          <a:solidFill>
                            <a:srgbClr val="000000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Add your fixed costs, such as salaries, insurance, and rent, among others</a:t>
                      </a:r>
                    </a:p>
                  </a:txBody>
                  <a:tcPr marL="101075" marR="101075" marT="101075" marB="101075" anchor="ctr">
                    <a:lnL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52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000000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Variable Costs</a:t>
                      </a:r>
                      <a:endParaRPr sz="1100" u="none" strike="noStrike" cap="none"/>
                    </a:p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u="none" strike="noStrike" cap="none">
                          <a:solidFill>
                            <a:srgbClr val="000000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Add your variable costs, such as materials, labor, and insurance, among others</a:t>
                      </a:r>
                    </a:p>
                  </a:txBody>
                  <a:tcPr marL="101075" marR="101075" marT="101075" marB="101075" anchor="ctr">
                    <a:lnL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52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000000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Total Costs</a:t>
                      </a:r>
                      <a:endParaRPr sz="1100" u="none" strike="noStrike" cap="none"/>
                    </a:p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u="none" strike="noStrike" cap="none">
                          <a:solidFill>
                            <a:srgbClr val="000000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Add your fixed and variable costs</a:t>
                      </a:r>
                    </a:p>
                  </a:txBody>
                  <a:tcPr marL="101075" marR="101075" marT="101075" marB="101075" anchor="ctr">
                    <a:lnL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52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000000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Profit</a:t>
                      </a:r>
                      <a:endParaRPr sz="1100" u="none" strike="noStrike" cap="none"/>
                    </a:p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u="none" strike="noStrike" cap="none">
                          <a:solidFill>
                            <a:srgbClr val="000000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Deduct the total costs from your total revenue</a:t>
                      </a:r>
                    </a:p>
                  </a:txBody>
                  <a:tcPr marL="101075" marR="101075" marT="101075" marB="101075" anchor="ctr">
                    <a:lnL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 dirty="0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541</Words>
  <Application>Microsoft Macintosh PowerPoint</Application>
  <PresentationFormat>自定义</PresentationFormat>
  <Paragraphs>132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6" baseType="lpstr">
      <vt:lpstr>Calibri</vt:lpstr>
      <vt:lpstr>Josefin Sans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瀚宇 赖</cp:lastModifiedBy>
  <cp:revision>8</cp:revision>
  <dcterms:created xsi:type="dcterms:W3CDTF">2023-07-18T20:25:56Z</dcterms:created>
  <dcterms:modified xsi:type="dcterms:W3CDTF">2025-09-04T08:56:51Z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DED102A8E17DC27934F5B664163E5649_42</vt:lpwstr>
  </property>
  <property fmtid="{D5CDD505-2E9C-101B-9397-08002B2CF9AE}" pid="3" name="KSOProductBuildVer">
    <vt:lpwstr>2052-5.5.1.7991</vt:lpwstr>
  </property>
</Properties>
</file>