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</p:sldIdLst>
  <p:sldSz cx="9144000" cy="5143500"/>
  <p:notesSz cx="6858000" cy="9144000"/>
  <p:embeddedFontLst>
    <p:embeddedFont>
      <p:font typeface="Poppins ExtraBold"/>
      <p:regular r:id="rId11"/>
    </p:embeddedFont>
    <p:embeddedFont>
      <p:font typeface="Arimo" panose="020B0604020202020204"/>
      <p:regular r:id="rId12"/>
    </p:embeddedFont>
    <p:embeddedFont>
      <p:font typeface="Lato" panose="020F0802020204030203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e8224e953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g15e8224e953_2_7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e8224e953_2_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g15e8224e953_2_13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e8224e953_2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g15e8224e953_2_17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88" name="Google Shape;88;p19"/>
          <p:cNvSpPr txBox="1"/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90" name="Google Shape;90;p19"/>
          <p:cNvSpPr txBox="1"/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56FF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14288" y="4708181"/>
            <a:ext cx="9127614" cy="440081"/>
            <a:chOff x="0" y="0"/>
            <a:chExt cx="24340303" cy="1173551"/>
          </a:xfrm>
        </p:grpSpPr>
        <p:pic>
          <p:nvPicPr>
            <p:cNvPr id="130" name="Google Shape;130;p25"/>
            <p:cNvPicPr preferRelativeResize="0"/>
            <p:nvPr/>
          </p:nvPicPr>
          <p:blipFill rotWithShape="1">
            <a:blip r:embed="rId1"/>
            <a:srcRect l="54505" b="50547"/>
            <a:stretch>
              <a:fillRect/>
            </a:stretch>
          </p:blipFill>
          <p:spPr>
            <a:xfrm>
              <a:off x="0" y="0"/>
              <a:ext cx="4183163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5"/>
            <p:cNvPicPr preferRelativeResize="0"/>
            <p:nvPr/>
          </p:nvPicPr>
          <p:blipFill rotWithShape="1">
            <a:blip r:embed="rId2"/>
            <a:srcRect b="49452"/>
            <a:stretch>
              <a:fillRect/>
            </a:stretch>
          </p:blipFill>
          <p:spPr>
            <a:xfrm>
              <a:off x="2650338" y="0"/>
              <a:ext cx="9194857" cy="1173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5"/>
            <p:cNvPicPr preferRelativeResize="0"/>
            <p:nvPr/>
          </p:nvPicPr>
          <p:blipFill rotWithShape="1">
            <a:blip r:embed="rId3"/>
            <a:srcRect r="1105" b="50547"/>
            <a:stretch>
              <a:fillRect/>
            </a:stretch>
          </p:blipFill>
          <p:spPr>
            <a:xfrm>
              <a:off x="10312371" y="0"/>
              <a:ext cx="9093229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5"/>
            <p:cNvPicPr preferRelativeResize="0"/>
            <p:nvPr/>
          </p:nvPicPr>
          <p:blipFill rotWithShape="1">
            <a:blip r:embed="rId1"/>
            <a:srcRect l="2029" r="30766" b="50638"/>
            <a:stretch>
              <a:fillRect/>
            </a:stretch>
          </p:blipFill>
          <p:spPr>
            <a:xfrm>
              <a:off x="18161000" y="0"/>
              <a:ext cx="6179303" cy="11460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25"/>
          <p:cNvGrpSpPr/>
          <p:nvPr/>
        </p:nvGrpSpPr>
        <p:grpSpPr>
          <a:xfrm>
            <a:off x="7783" y="-3175"/>
            <a:ext cx="9138598" cy="437357"/>
            <a:chOff x="9528249" y="1155415"/>
            <a:chExt cx="24369595" cy="1166287"/>
          </a:xfrm>
        </p:grpSpPr>
        <p:pic>
          <p:nvPicPr>
            <p:cNvPr id="135" name="Google Shape;135;p25"/>
            <p:cNvPicPr preferRelativeResize="0"/>
            <p:nvPr/>
          </p:nvPicPr>
          <p:blipFill rotWithShape="1">
            <a:blip r:embed="rId3"/>
            <a:srcRect l="20296" t="50773" r="977"/>
            <a:stretch>
              <a:fillRect/>
            </a:stretch>
          </p:blipFill>
          <p:spPr>
            <a:xfrm>
              <a:off x="9528249" y="1178807"/>
              <a:ext cx="7238639" cy="114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1"/>
            <a:srcRect t="51224"/>
            <a:stretch>
              <a:fillRect/>
            </a:stretch>
          </p:blipFill>
          <p:spPr>
            <a:xfrm>
              <a:off x="15324066" y="1189282"/>
              <a:ext cx="9194857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4"/>
            <a:srcRect t="51224" r="2666"/>
            <a:stretch>
              <a:fillRect/>
            </a:stretch>
          </p:blipFill>
          <p:spPr>
            <a:xfrm>
              <a:off x="22986098" y="1189282"/>
              <a:ext cx="8949596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5"/>
            <p:cNvPicPr preferRelativeResize="0"/>
            <p:nvPr/>
          </p:nvPicPr>
          <p:blipFill rotWithShape="1">
            <a:blip r:embed="rId1"/>
            <a:srcRect t="49765" r="64656"/>
            <a:stretch>
              <a:fillRect/>
            </a:stretch>
          </p:blipFill>
          <p:spPr>
            <a:xfrm>
              <a:off x="30648131" y="1155415"/>
              <a:ext cx="3249713" cy="11662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2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969347" y="288590"/>
            <a:ext cx="5174653" cy="4469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874980" y="1439070"/>
            <a:ext cx="3516593" cy="219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Winter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Sports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188" name="Google Shape;188;p27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189" name="Google Shape;189;p2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7"/>
          <p:cNvSpPr txBox="1"/>
          <p:nvPr/>
        </p:nvSpPr>
        <p:spPr>
          <a:xfrm>
            <a:off x="514350" y="3314539"/>
            <a:ext cx="2440895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192" name="Google Shape;192;p27"/>
          <p:cNvSpPr txBox="1"/>
          <p:nvPr/>
        </p:nvSpPr>
        <p:spPr>
          <a:xfrm>
            <a:off x="3478368" y="3314539"/>
            <a:ext cx="22998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193" name="Google Shape;193;p27"/>
          <p:cNvSpPr txBox="1"/>
          <p:nvPr/>
        </p:nvSpPr>
        <p:spPr>
          <a:xfrm>
            <a:off x="6392374" y="3314539"/>
            <a:ext cx="22372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"PowerPoint" in the search bar and click on the PowerPoint icon to download.</a:t>
            </a:r>
            <a:endParaRPr sz="700"/>
          </a:p>
        </p:txBody>
      </p:sp>
      <p:sp>
        <p:nvSpPr>
          <p:cNvPr id="194" name="Google Shape;194;p27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Powerpoint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grpSp>
        <p:nvGrpSpPr>
          <p:cNvPr id="195" name="Google Shape;195;p27"/>
          <p:cNvGrpSpPr/>
          <p:nvPr/>
        </p:nvGrpSpPr>
        <p:grpSpPr>
          <a:xfrm>
            <a:off x="514350" y="2624212"/>
            <a:ext cx="1543045" cy="1633458"/>
            <a:chOff x="0" y="-241101"/>
            <a:chExt cx="4114789" cy="4355892"/>
          </a:xfrm>
        </p:grpSpPr>
        <p:grpSp>
          <p:nvGrpSpPr>
            <p:cNvPr id="196" name="Google Shape;196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197" name="Google Shape;197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Google Shape;198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0" name="Google Shape;200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1" name="Google Shape;201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grpSp>
        <p:nvGrpSpPr>
          <p:cNvPr id="203" name="Google Shape;203;p27"/>
          <p:cNvGrpSpPr/>
          <p:nvPr/>
        </p:nvGrpSpPr>
        <p:grpSpPr>
          <a:xfrm>
            <a:off x="3484504" y="2624212"/>
            <a:ext cx="1543045" cy="1633458"/>
            <a:chOff x="0" y="-241101"/>
            <a:chExt cx="4114789" cy="4355892"/>
          </a:xfrm>
        </p:grpSpPr>
        <p:grpSp>
          <p:nvGrpSpPr>
            <p:cNvPr id="204" name="Google Shape;204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05" name="Google Shape;205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6" name="Google Shape;206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9" name="Google Shape;209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6402755" y="2624212"/>
            <a:ext cx="1543045" cy="1633458"/>
            <a:chOff x="0" y="-241101"/>
            <a:chExt cx="4114789" cy="4355892"/>
          </a:xfrm>
        </p:grpSpPr>
        <p:grpSp>
          <p:nvGrpSpPr>
            <p:cNvPr id="212" name="Google Shape;212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4" name="Google Shape;214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16" name="Google Shape;216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17" name="Google Shape;217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8" name="Google Shape;218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19" name="Google Shape;219;p27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20" name="Google Shape;220;p27"/>
            <p:cNvPicPr preferRelativeResize="0"/>
            <p:nvPr/>
          </p:nvPicPr>
          <p:blipFill rotWithShape="1">
            <a:blip r:embed="rId1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7"/>
            <p:cNvPicPr preferRelativeResize="0"/>
            <p:nvPr/>
          </p:nvPicPr>
          <p:blipFill rotWithShape="1">
            <a:blip r:embed="rId2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7"/>
            <p:cNvPicPr preferRelativeResize="0"/>
            <p:nvPr/>
          </p:nvPicPr>
          <p:blipFill rotWithShape="1">
            <a:blip r:embed="rId3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7"/>
            <p:cNvPicPr preferRelativeResize="0"/>
            <p:nvPr/>
          </p:nvPicPr>
          <p:blipFill rotWithShape="1">
            <a:blip r:embed="rId1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8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229" name="Google Shape;229;p28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230" name="Google Shape;230;p2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28"/>
          <p:cNvGrpSpPr/>
          <p:nvPr/>
        </p:nvGrpSpPr>
        <p:grpSpPr>
          <a:xfrm>
            <a:off x="602584" y="2624212"/>
            <a:ext cx="1543045" cy="1633458"/>
            <a:chOff x="0" y="-241101"/>
            <a:chExt cx="4114789" cy="4355892"/>
          </a:xfrm>
        </p:grpSpPr>
        <p:grpSp>
          <p:nvGrpSpPr>
            <p:cNvPr id="232" name="Google Shape;232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33" name="Google Shape;233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Google Shape;234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36" name="Google Shape;236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37" name="Google Shape;237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" name="Google Shape;238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pic>
        <p:nvPicPr>
          <p:cNvPr id="239" name="Google Shape;239;p28"/>
          <p:cNvPicPr preferRelativeResize="0"/>
          <p:nvPr/>
        </p:nvPicPr>
        <p:blipFill rotWithShape="1">
          <a:blip r:embed="rId1"/>
          <a:srcRect t="20754" r="12103"/>
          <a:stretch>
            <a:fillRect/>
          </a:stretch>
        </p:blipFill>
        <p:spPr>
          <a:xfrm>
            <a:off x="4494150" y="0"/>
            <a:ext cx="4649851" cy="21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GoogleSlide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sp>
        <p:nvSpPr>
          <p:cNvPr id="241" name="Google Shape;241;p28"/>
          <p:cNvSpPr txBox="1"/>
          <p:nvPr/>
        </p:nvSpPr>
        <p:spPr>
          <a:xfrm>
            <a:off x="514350" y="3314539"/>
            <a:ext cx="2570651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242" name="Google Shape;242;p28"/>
          <p:cNvSpPr txBox="1"/>
          <p:nvPr/>
        </p:nvSpPr>
        <p:spPr>
          <a:xfrm>
            <a:off x="3478368" y="3314539"/>
            <a:ext cx="2331017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243" name="Google Shape;243;p28"/>
          <p:cNvSpPr txBox="1"/>
          <p:nvPr/>
        </p:nvSpPr>
        <p:spPr>
          <a:xfrm>
            <a:off x="6392374" y="3314539"/>
            <a:ext cx="2320294" cy="117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"Google Drive" in the search bar and click on the Google Drive icon to add this design as a Google slide in your G Drive. It will ask you to link your Google account to Canva the first time.</a:t>
            </a:r>
            <a:endParaRPr sz="700"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3572738" y="2624212"/>
            <a:ext cx="1543045" cy="1633458"/>
            <a:chOff x="0" y="-241101"/>
            <a:chExt cx="4114789" cy="4355892"/>
          </a:xfrm>
        </p:grpSpPr>
        <p:grpSp>
          <p:nvGrpSpPr>
            <p:cNvPr id="245" name="Google Shape;245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46" name="Google Shape;246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Google Shape;247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49" name="Google Shape;249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0" name="Google Shape;250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6490989" y="2624212"/>
            <a:ext cx="1543045" cy="1633458"/>
            <a:chOff x="0" y="-241101"/>
            <a:chExt cx="4114789" cy="4355892"/>
          </a:xfrm>
        </p:grpSpPr>
        <p:grpSp>
          <p:nvGrpSpPr>
            <p:cNvPr id="253" name="Google Shape;253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54" name="Google Shape;254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Google Shape;255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57" name="Google Shape;257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8" name="Google Shape;258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60" name="Google Shape;260;p28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61" name="Google Shape;261;p28"/>
            <p:cNvPicPr preferRelativeResize="0"/>
            <p:nvPr/>
          </p:nvPicPr>
          <p:blipFill rotWithShape="1">
            <a:blip r:embed="rId2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8"/>
            <p:cNvPicPr preferRelativeResize="0"/>
            <p:nvPr/>
          </p:nvPicPr>
          <p:blipFill rotWithShape="1">
            <a:blip r:embed="rId3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8"/>
            <p:cNvPicPr preferRelativeResize="0"/>
            <p:nvPr/>
          </p:nvPicPr>
          <p:blipFill rotWithShape="1">
            <a:blip r:embed="rId4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8"/>
            <p:cNvPicPr preferRelativeResize="0"/>
            <p:nvPr/>
          </p:nvPicPr>
          <p:blipFill rotWithShape="1">
            <a:blip r:embed="rId2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表格</Application>
  <PresentationFormat/>
  <Paragraphs>31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Helvetica Neue</vt:lpstr>
      <vt:lpstr>Poppins ExtraBold</vt:lpstr>
      <vt:lpstr>Arimo</vt:lpstr>
      <vt:lpstr>Lato</vt:lpstr>
      <vt:lpstr>微软雅黑</vt:lpstr>
      <vt:lpstr>汉仪旗黑</vt:lpstr>
      <vt:lpstr>宋体</vt:lpstr>
      <vt:lpstr>Arial Unicode MS</vt:lpstr>
      <vt:lpstr>汉仪书宋二KW</vt:lpstr>
      <vt:lpstr>Arimo</vt:lpstr>
      <vt:lpstr>Lato</vt:lpstr>
      <vt:lpstr>Poppins ExtraBold</vt:lpstr>
      <vt:lpstr>Simple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Jayus</cp:lastModifiedBy>
  <cp:revision>3</cp:revision>
  <dcterms:created xsi:type="dcterms:W3CDTF">2025-09-04T09:20:35Z</dcterms:created>
  <dcterms:modified xsi:type="dcterms:W3CDTF">2025-09-04T09:20:35Z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7F2FA76B0A9AA06162F5B6643EDC146D_42</vt:lpwstr>
  </property>
  <property fmtid="{D5CDD505-2E9C-101B-9397-08002B2CF9AE}" pid="3" name="KSOProductBuildVer">
    <vt:lpwstr>2052-12.1.21861.21861</vt:lpwstr>
  </property>
</Properties>
</file>