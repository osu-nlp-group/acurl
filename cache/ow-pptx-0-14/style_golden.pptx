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oppins" pitchFamily="2" charset="0"/>
      <p:regular r:id="rId11"/>
      <p:bold r:id="rId12"/>
      <p:italic r:id="rId13"/>
      <p:boldItalic r:id="rId14"/>
    </p:embeddedFont>
    <p:embeddedFont>
      <p:font typeface="Poppins ExtraBold" panose="020B0604020202020204" pitchFamily="34" charset="0"/>
      <p:regular r:id="rId15"/>
      <p:bold r:id="rId16"/>
    </p:embeddedFont>
    <p:embeddedFont>
      <p:font typeface="Poppins Medium" panose="020B0604020202020204" pitchFamily="3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59EC541-E6FA-491A-AEDB-0FEBDF44A4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its the third slide</a:t>
            </a:r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0B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214844" y="106348"/>
            <a:ext cx="17858307" cy="9965807"/>
            <a:chOff x="0" y="-28575"/>
            <a:chExt cx="4703423" cy="2624739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703423" cy="2596164"/>
            </a:xfrm>
            <a:custGeom>
              <a:avLst/>
              <a:gdLst/>
              <a:ahLst/>
              <a:cxnLst/>
              <a:rect l="l" t="t" r="r" b="b"/>
              <a:pathLst>
                <a:path w="4703423" h="2596164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2596164"/>
                  </a:lnTo>
                  <a:lnTo>
                    <a:pt x="0" y="2596164"/>
                  </a:lnTo>
                  <a:close/>
                </a:path>
              </a:pathLst>
            </a:custGeom>
            <a:solidFill>
              <a:srgbClr val="F8D94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7" name="Google Shape;87;p13"/>
          <p:cNvPicPr preferRelativeResize="0"/>
          <p:nvPr/>
        </p:nvPicPr>
        <p:blipFill rotWithShape="1">
          <a:blip r:embed="rId3"/>
          <a:srcRect l="6012" t="6200" r="10598"/>
          <a:stretch>
            <a:fillRect/>
          </a:stretch>
        </p:blipFill>
        <p:spPr>
          <a:xfrm flipH="1">
            <a:off x="227400" y="227400"/>
            <a:ext cx="5146675" cy="723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4232025" y="205325"/>
            <a:ext cx="3850650" cy="3850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3"/>
          <p:cNvCxnSpPr/>
          <p:nvPr/>
        </p:nvCxnSpPr>
        <p:spPr>
          <a:xfrm rot="10800000" flipH="1">
            <a:off x="5374076" y="4046783"/>
            <a:ext cx="12699080" cy="9525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13"/>
          <p:cNvCxnSpPr/>
          <p:nvPr/>
        </p:nvCxnSpPr>
        <p:spPr>
          <a:xfrm rot="10800000" flipH="1">
            <a:off x="5374069" y="219964"/>
            <a:ext cx="9532" cy="985219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13"/>
          <p:cNvCxnSpPr/>
          <p:nvPr/>
        </p:nvCxnSpPr>
        <p:spPr>
          <a:xfrm rot="10800000">
            <a:off x="14245980" y="219951"/>
            <a:ext cx="0" cy="3850657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2" name="Google Shape;92;p13"/>
          <p:cNvGrpSpPr/>
          <p:nvPr/>
        </p:nvGrpSpPr>
        <p:grpSpPr>
          <a:xfrm>
            <a:off x="5393125" y="3839325"/>
            <a:ext cx="12666535" cy="6218006"/>
            <a:chOff x="0" y="-57150"/>
            <a:chExt cx="3332071" cy="1637653"/>
          </a:xfrm>
        </p:grpSpPr>
        <p:sp>
          <p:nvSpPr>
            <p:cNvPr id="93" name="Google Shape;93;p13"/>
            <p:cNvSpPr/>
            <p:nvPr/>
          </p:nvSpPr>
          <p:spPr>
            <a:xfrm>
              <a:off x="0" y="1099"/>
              <a:ext cx="3332071" cy="1579404"/>
            </a:xfrm>
            <a:custGeom>
              <a:avLst/>
              <a:gdLst/>
              <a:ahLst/>
              <a:cxnLst/>
              <a:rect l="l" t="t" r="r" b="b"/>
              <a:pathLst>
                <a:path w="3332071" h="1579404" extrusionOk="0">
                  <a:moveTo>
                    <a:pt x="0" y="0"/>
                  </a:moveTo>
                  <a:lnTo>
                    <a:pt x="3332071" y="0"/>
                  </a:lnTo>
                  <a:lnTo>
                    <a:pt x="3332071" y="1579404"/>
                  </a:lnTo>
                  <a:lnTo>
                    <a:pt x="0" y="1579404"/>
                  </a:lnTo>
                  <a:close/>
                </a:path>
              </a:pathLst>
            </a:custGeom>
            <a:solidFill>
              <a:srgbClr val="67D3ED"/>
            </a:solidFill>
            <a:ln>
              <a:noFill/>
            </a:ln>
          </p:spPr>
        </p:sp>
        <p:sp>
          <p:nvSpPr>
            <p:cNvPr id="94" name="Google Shape;94;p1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5" name="Google Shape;95;p13"/>
          <p:cNvPicPr preferRelativeResize="0"/>
          <p:nvPr/>
        </p:nvPicPr>
        <p:blipFill rotWithShape="1">
          <a:blip r:embed="rId5"/>
          <a:srcRect r="950" b="566"/>
          <a:stretch>
            <a:fillRect/>
          </a:stretch>
        </p:blipFill>
        <p:spPr>
          <a:xfrm>
            <a:off x="206425" y="7464175"/>
            <a:ext cx="5158125" cy="260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6"/>
          <a:srcRect b="46566"/>
          <a:stretch>
            <a:fillRect/>
          </a:stretch>
        </p:blipFill>
        <p:spPr>
          <a:xfrm>
            <a:off x="5694221" y="4240457"/>
            <a:ext cx="3804910" cy="111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6"/>
          <a:srcRect b="46566"/>
          <a:stretch>
            <a:fillRect/>
          </a:stretch>
        </p:blipFill>
        <p:spPr>
          <a:xfrm>
            <a:off x="5694221" y="8862524"/>
            <a:ext cx="3804910" cy="111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6"/>
          <a:srcRect b="46566"/>
          <a:stretch>
            <a:fillRect/>
          </a:stretch>
        </p:blipFill>
        <p:spPr>
          <a:xfrm>
            <a:off x="9821161" y="4240457"/>
            <a:ext cx="3804910" cy="111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6"/>
          <a:srcRect b="46566"/>
          <a:stretch>
            <a:fillRect/>
          </a:stretch>
        </p:blipFill>
        <p:spPr>
          <a:xfrm>
            <a:off x="9821161" y="8862524"/>
            <a:ext cx="3804910" cy="111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6"/>
          <a:srcRect b="46566"/>
          <a:stretch>
            <a:fillRect/>
          </a:stretch>
        </p:blipFill>
        <p:spPr>
          <a:xfrm>
            <a:off x="13948101" y="4240457"/>
            <a:ext cx="3804910" cy="111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 rotWithShape="1">
          <a:blip r:embed="rId6"/>
          <a:srcRect b="46566"/>
          <a:stretch>
            <a:fillRect/>
          </a:stretch>
        </p:blipFill>
        <p:spPr>
          <a:xfrm>
            <a:off x="13948101" y="8862524"/>
            <a:ext cx="3804910" cy="11126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5797259" y="5285186"/>
            <a:ext cx="118431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Surf Brand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MK Campaign</a:t>
            </a:r>
          </a:p>
        </p:txBody>
      </p:sp>
      <p:sp>
        <p:nvSpPr>
          <p:cNvPr id="103" name="Google Shape;103;p13"/>
          <p:cNvSpPr txBox="1"/>
          <p:nvPr/>
        </p:nvSpPr>
        <p:spPr>
          <a:xfrm>
            <a:off x="6260072" y="1776166"/>
            <a:ext cx="7104674" cy="70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SUMMER | BUSINESS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0B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4"/>
          <p:cNvGrpSpPr/>
          <p:nvPr/>
        </p:nvGrpSpPr>
        <p:grpSpPr>
          <a:xfrm>
            <a:off x="214844" y="106348"/>
            <a:ext cx="17858307" cy="9965807"/>
            <a:chOff x="0" y="-28575"/>
            <a:chExt cx="4703423" cy="262473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703423" cy="2596164"/>
            </a:xfrm>
            <a:custGeom>
              <a:avLst/>
              <a:gdLst/>
              <a:ahLst/>
              <a:cxnLst/>
              <a:rect l="l" t="t" r="r" b="b"/>
              <a:pathLst>
                <a:path w="4703423" h="2596164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2596164"/>
                  </a:lnTo>
                  <a:lnTo>
                    <a:pt x="0" y="2596164"/>
                  </a:lnTo>
                  <a:close/>
                </a:path>
              </a:pathLst>
            </a:custGeom>
            <a:solidFill>
              <a:srgbClr val="F8D94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1" name="Google Shape;111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9559" y="2899897"/>
            <a:ext cx="5508881" cy="27667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4"/>
          <p:cNvGrpSpPr/>
          <p:nvPr/>
        </p:nvGrpSpPr>
        <p:grpSpPr>
          <a:xfrm>
            <a:off x="458775" y="5539350"/>
            <a:ext cx="5470371" cy="4323372"/>
            <a:chOff x="0" y="-28575"/>
            <a:chExt cx="1454383" cy="1141394"/>
          </a:xfrm>
        </p:grpSpPr>
        <p:sp>
          <p:nvSpPr>
            <p:cNvPr id="113" name="Google Shape;113;p14"/>
            <p:cNvSpPr/>
            <p:nvPr/>
          </p:nvSpPr>
          <p:spPr>
            <a:xfrm>
              <a:off x="0" y="0"/>
              <a:ext cx="1454383" cy="1112819"/>
            </a:xfrm>
            <a:custGeom>
              <a:avLst/>
              <a:gdLst/>
              <a:ahLst/>
              <a:cxnLst/>
              <a:rect l="l" t="t" r="r" b="b"/>
              <a:pathLst>
                <a:path w="1454383" h="1112819" extrusionOk="0">
                  <a:moveTo>
                    <a:pt x="0" y="0"/>
                  </a:moveTo>
                  <a:lnTo>
                    <a:pt x="1454383" y="0"/>
                  </a:lnTo>
                  <a:lnTo>
                    <a:pt x="1454383" y="1112819"/>
                  </a:lnTo>
                  <a:lnTo>
                    <a:pt x="0" y="1112819"/>
                  </a:lnTo>
                  <a:close/>
                </a:path>
              </a:pathLst>
            </a:custGeom>
            <a:solidFill>
              <a:srgbClr val="70B0B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14" name="Google Shape;114;p1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6408788" y="5539325"/>
            <a:ext cx="5470371" cy="4323372"/>
            <a:chOff x="0" y="-28575"/>
            <a:chExt cx="1454383" cy="1141394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1454383" cy="1112819"/>
            </a:xfrm>
            <a:custGeom>
              <a:avLst/>
              <a:gdLst/>
              <a:ahLst/>
              <a:cxnLst/>
              <a:rect l="l" t="t" r="r" b="b"/>
              <a:pathLst>
                <a:path w="1454383" h="1112819" extrusionOk="0">
                  <a:moveTo>
                    <a:pt x="0" y="0"/>
                  </a:moveTo>
                  <a:lnTo>
                    <a:pt x="1454383" y="0"/>
                  </a:lnTo>
                  <a:lnTo>
                    <a:pt x="1454383" y="1112819"/>
                  </a:lnTo>
                  <a:lnTo>
                    <a:pt x="0" y="1112819"/>
                  </a:lnTo>
                  <a:close/>
                </a:path>
              </a:pathLst>
            </a:custGeom>
            <a:solidFill>
              <a:srgbClr val="70B0B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17" name="Google Shape;117;p1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12358850" y="5539325"/>
            <a:ext cx="5470225" cy="4323372"/>
            <a:chOff x="0" y="-28575"/>
            <a:chExt cx="1454383" cy="1141394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1454383" cy="1112819"/>
            </a:xfrm>
            <a:custGeom>
              <a:avLst/>
              <a:gdLst/>
              <a:ahLst/>
              <a:cxnLst/>
              <a:rect l="l" t="t" r="r" b="b"/>
              <a:pathLst>
                <a:path w="1454383" h="1112819" extrusionOk="0">
                  <a:moveTo>
                    <a:pt x="0" y="0"/>
                  </a:moveTo>
                  <a:lnTo>
                    <a:pt x="1454383" y="0"/>
                  </a:lnTo>
                  <a:lnTo>
                    <a:pt x="1454383" y="1112819"/>
                  </a:lnTo>
                  <a:lnTo>
                    <a:pt x="0" y="1112819"/>
                  </a:lnTo>
                  <a:close/>
                </a:path>
              </a:pathLst>
            </a:custGeom>
            <a:solidFill>
              <a:srgbClr val="70B0B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4"/>
          <p:cNvGrpSpPr/>
          <p:nvPr/>
        </p:nvGrpSpPr>
        <p:grpSpPr>
          <a:xfrm>
            <a:off x="1641762" y="4618571"/>
            <a:ext cx="3086120" cy="3375444"/>
            <a:chOff x="0" y="-76200"/>
            <a:chExt cx="812800" cy="889000"/>
          </a:xfrm>
        </p:grpSpPr>
        <p:sp>
          <p:nvSpPr>
            <p:cNvPr id="122" name="Google Shape;122;p14"/>
            <p:cNvSpPr/>
            <p:nvPr/>
          </p:nvSpPr>
          <p:spPr>
            <a:xfrm>
              <a:off x="0" y="0"/>
              <a:ext cx="812800" cy="214438"/>
            </a:xfrm>
            <a:custGeom>
              <a:avLst/>
              <a:gdLst/>
              <a:ahLst/>
              <a:cxnLst/>
              <a:rect l="l" t="t" r="r" b="b"/>
              <a:pathLst>
                <a:path w="812800" h="21443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214438"/>
                  </a:lnTo>
                  <a:lnTo>
                    <a:pt x="0" y="214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3" name="Google Shape;123;p14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Canva</a:t>
              </a:r>
            </a:p>
          </p:txBody>
        </p:sp>
      </p:grpSp>
      <p:grpSp>
        <p:nvGrpSpPr>
          <p:cNvPr id="124" name="Google Shape;124;p14"/>
          <p:cNvGrpSpPr/>
          <p:nvPr/>
        </p:nvGrpSpPr>
        <p:grpSpPr>
          <a:xfrm>
            <a:off x="7600950" y="4618571"/>
            <a:ext cx="3086120" cy="3375444"/>
            <a:chOff x="0" y="-76200"/>
            <a:chExt cx="812800" cy="889000"/>
          </a:xfrm>
        </p:grpSpPr>
        <p:sp>
          <p:nvSpPr>
            <p:cNvPr id="125" name="Google Shape;125;p14"/>
            <p:cNvSpPr/>
            <p:nvPr/>
          </p:nvSpPr>
          <p:spPr>
            <a:xfrm>
              <a:off x="0" y="0"/>
              <a:ext cx="812800" cy="214438"/>
            </a:xfrm>
            <a:custGeom>
              <a:avLst/>
              <a:gdLst/>
              <a:ahLst/>
              <a:cxnLst/>
              <a:rect l="l" t="t" r="r" b="b"/>
              <a:pathLst>
                <a:path w="812800" h="21443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214438"/>
                  </a:lnTo>
                  <a:lnTo>
                    <a:pt x="0" y="214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6" name="Google Shape;126;p14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Powerpoint</a:t>
              </a:r>
            </a:p>
          </p:txBody>
        </p:sp>
      </p:grpSp>
      <p:grpSp>
        <p:nvGrpSpPr>
          <p:cNvPr id="127" name="Google Shape;127;p14"/>
          <p:cNvGrpSpPr/>
          <p:nvPr/>
        </p:nvGrpSpPr>
        <p:grpSpPr>
          <a:xfrm>
            <a:off x="13560158" y="4618571"/>
            <a:ext cx="3961423" cy="3375444"/>
            <a:chOff x="0" y="-76200"/>
            <a:chExt cx="1043331" cy="8890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1043331" cy="214438"/>
            </a:xfrm>
            <a:custGeom>
              <a:avLst/>
              <a:gdLst/>
              <a:ahLst/>
              <a:cxnLst/>
              <a:rect l="l" t="t" r="r" b="b"/>
              <a:pathLst>
                <a:path w="1043331" h="214438" extrusionOk="0">
                  <a:moveTo>
                    <a:pt x="0" y="0"/>
                  </a:moveTo>
                  <a:lnTo>
                    <a:pt x="1043331" y="0"/>
                  </a:lnTo>
                  <a:lnTo>
                    <a:pt x="1043331" y="214438"/>
                  </a:lnTo>
                  <a:lnTo>
                    <a:pt x="0" y="214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Google Slides</a:t>
              </a: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705290" y="914400"/>
            <a:ext cx="16877420" cy="113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How to Use This Presentation</a:t>
            </a:r>
          </a:p>
        </p:txBody>
      </p:sp>
      <p:sp>
        <p:nvSpPr>
          <p:cNvPr id="131" name="Google Shape;131;p14"/>
          <p:cNvSpPr txBox="1"/>
          <p:nvPr/>
        </p:nvSpPr>
        <p:spPr>
          <a:xfrm>
            <a:off x="827790" y="6795775"/>
            <a:ext cx="4714044" cy="234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Click on the "Canva" button under this presentation preview.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Start editing your presentation.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need to sign in to your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Canva account.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6696167" y="6795775"/>
            <a:ext cx="4895667" cy="234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Click on the "PowerPoint" button below this presentation preview.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Start editing your presentation.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Download and install the fonts used in this presentation as listed on the next page.</a:t>
            </a:r>
          </a:p>
        </p:txBody>
      </p:sp>
      <p:sp>
        <p:nvSpPr>
          <p:cNvPr id="133" name="Google Shape;133;p14"/>
          <p:cNvSpPr txBox="1"/>
          <p:nvPr/>
        </p:nvSpPr>
        <p:spPr>
          <a:xfrm>
            <a:off x="12586802" y="6795775"/>
            <a:ext cx="4995908" cy="273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Click on the "Google Slides" button below this presentation preview.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Click on "Make a copy."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Start editing your presentation.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need to sign in to your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Google account.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Poppins" panose="00000800000000000000"/>
              <a:ea typeface="Poppins" panose="00000800000000000000"/>
              <a:cs typeface="Poppins" panose="00000800000000000000"/>
              <a:sym typeface="Poppins" panose="00000800000000000000"/>
            </a:endParaRPr>
          </a:p>
        </p:txBody>
      </p:sp>
      <p:pic>
        <p:nvPicPr>
          <p:cNvPr id="134" name="Google Shape;134;p1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9588" y="2899897"/>
            <a:ext cx="5508880" cy="276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2339531" y="2899897"/>
            <a:ext cx="5508880" cy="276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0B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5"/>
          <p:cNvGrpSpPr/>
          <p:nvPr/>
        </p:nvGrpSpPr>
        <p:grpSpPr>
          <a:xfrm>
            <a:off x="214844" y="106348"/>
            <a:ext cx="17858307" cy="9965807"/>
            <a:chOff x="0" y="-28575"/>
            <a:chExt cx="4703423" cy="262473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703423" cy="2596164"/>
            </a:xfrm>
            <a:custGeom>
              <a:avLst/>
              <a:gdLst/>
              <a:ahLst/>
              <a:cxnLst/>
              <a:rect l="l" t="t" r="r" b="b"/>
              <a:pathLst>
                <a:path w="4703423" h="2596164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2596164"/>
                  </a:lnTo>
                  <a:lnTo>
                    <a:pt x="0" y="2596164"/>
                  </a:lnTo>
                  <a:close/>
                </a:path>
              </a:pathLst>
            </a:custGeom>
            <a:solidFill>
              <a:srgbClr val="F8D94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308650" y="208522"/>
            <a:ext cx="2772935" cy="2772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06415" y="206415"/>
            <a:ext cx="2772935" cy="27729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5"/>
          <p:cNvGrpSpPr/>
          <p:nvPr/>
        </p:nvGrpSpPr>
        <p:grpSpPr>
          <a:xfrm>
            <a:off x="214844" y="2814403"/>
            <a:ext cx="17858307" cy="7257753"/>
            <a:chOff x="0" y="-28575"/>
            <a:chExt cx="4703423" cy="1911507"/>
          </a:xfrm>
        </p:grpSpPr>
        <p:sp>
          <p:nvSpPr>
            <p:cNvPr id="146" name="Google Shape;146;p15"/>
            <p:cNvSpPr/>
            <p:nvPr/>
          </p:nvSpPr>
          <p:spPr>
            <a:xfrm>
              <a:off x="0" y="0"/>
              <a:ext cx="4703423" cy="1882932"/>
            </a:xfrm>
            <a:custGeom>
              <a:avLst/>
              <a:gdLst/>
              <a:ahLst/>
              <a:cxnLst/>
              <a:rect l="l" t="t" r="r" b="b"/>
              <a:pathLst>
                <a:path w="4703423" h="1882932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1882932"/>
                  </a:lnTo>
                  <a:lnTo>
                    <a:pt x="0" y="1882932"/>
                  </a:lnTo>
                  <a:close/>
                </a:path>
              </a:pathLst>
            </a:custGeom>
            <a:solidFill>
              <a:srgbClr val="DFF2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47" name="Google Shape;147;p1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15"/>
          <p:cNvSpPr txBox="1"/>
          <p:nvPr/>
        </p:nvSpPr>
        <p:spPr>
          <a:xfrm>
            <a:off x="1895114" y="3685231"/>
            <a:ext cx="3306074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</a:p>
        </p:txBody>
      </p:sp>
      <p:sp>
        <p:nvSpPr>
          <p:cNvPr id="149" name="Google Shape;149;p15"/>
          <p:cNvSpPr txBox="1"/>
          <p:nvPr/>
        </p:nvSpPr>
        <p:spPr>
          <a:xfrm>
            <a:off x="12842610" y="3685231"/>
            <a:ext cx="3306074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</a:p>
        </p:txBody>
      </p:sp>
      <p:sp>
        <p:nvSpPr>
          <p:cNvPr id="150" name="Google Shape;150;p15"/>
          <p:cNvSpPr txBox="1"/>
          <p:nvPr/>
        </p:nvSpPr>
        <p:spPr>
          <a:xfrm>
            <a:off x="1895114" y="8141708"/>
            <a:ext cx="3306074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 you want to discuss.</a:t>
            </a:r>
          </a:p>
        </p:txBody>
      </p:sp>
      <p:sp>
        <p:nvSpPr>
          <p:cNvPr id="151" name="Google Shape;151;p15"/>
          <p:cNvSpPr txBox="1"/>
          <p:nvPr/>
        </p:nvSpPr>
        <p:spPr>
          <a:xfrm>
            <a:off x="12842610" y="8141708"/>
            <a:ext cx="3306074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want to discuss.</a:t>
            </a:r>
          </a:p>
        </p:txBody>
      </p:sp>
      <p:sp>
        <p:nvSpPr>
          <p:cNvPr id="152" name="Google Shape;152;p15"/>
          <p:cNvSpPr txBox="1"/>
          <p:nvPr/>
        </p:nvSpPr>
        <p:spPr>
          <a:xfrm>
            <a:off x="7490963" y="4628206"/>
            <a:ext cx="3306074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Our Process</a:t>
            </a:r>
          </a:p>
        </p:txBody>
      </p:sp>
      <p:sp>
        <p:nvSpPr>
          <p:cNvPr id="153" name="Google Shape;153;p15"/>
          <p:cNvSpPr txBox="1"/>
          <p:nvPr/>
        </p:nvSpPr>
        <p:spPr>
          <a:xfrm>
            <a:off x="7490963" y="8141708"/>
            <a:ext cx="3306074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want to discuss.</a:t>
            </a:r>
          </a:p>
        </p:txBody>
      </p:sp>
      <p:sp>
        <p:nvSpPr>
          <p:cNvPr id="154" name="Google Shape;154;p15"/>
          <p:cNvSpPr txBox="1"/>
          <p:nvPr/>
        </p:nvSpPr>
        <p:spPr>
          <a:xfrm>
            <a:off x="1895114" y="4628206"/>
            <a:ext cx="330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oppins ExtraBold"/>
                <a:ea typeface="Poppins ExtraBold"/>
                <a:cs typeface="Poppins ExtraBold"/>
                <a:sym typeface="Poppins ExtraBold"/>
              </a:rPr>
              <a:t>Introduction</a:t>
            </a:r>
          </a:p>
        </p:txBody>
      </p:sp>
      <p:sp>
        <p:nvSpPr>
          <p:cNvPr id="155" name="Google Shape;155;p15"/>
          <p:cNvSpPr txBox="1"/>
          <p:nvPr/>
        </p:nvSpPr>
        <p:spPr>
          <a:xfrm>
            <a:off x="7490963" y="3685231"/>
            <a:ext cx="3306074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</a:p>
        </p:txBody>
      </p:sp>
      <p:sp>
        <p:nvSpPr>
          <p:cNvPr id="156" name="Google Shape;156;p15"/>
          <p:cNvSpPr txBox="1"/>
          <p:nvPr/>
        </p:nvSpPr>
        <p:spPr>
          <a:xfrm>
            <a:off x="12598408" y="4628206"/>
            <a:ext cx="3794478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About Us</a:t>
            </a:r>
          </a:p>
        </p:txBody>
      </p:sp>
      <p:sp>
        <p:nvSpPr>
          <p:cNvPr id="157" name="Google Shape;157;p15"/>
          <p:cNvSpPr txBox="1"/>
          <p:nvPr/>
        </p:nvSpPr>
        <p:spPr>
          <a:xfrm>
            <a:off x="3311970" y="1123950"/>
            <a:ext cx="11664061" cy="98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Table Of Contents</a:t>
            </a:r>
          </a:p>
        </p:txBody>
      </p:sp>
      <p:pic>
        <p:nvPicPr>
          <p:cNvPr id="158" name="Google Shape;158;p1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327254" y="5413401"/>
            <a:ext cx="2441795" cy="2441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923103" y="5413401"/>
            <a:ext cx="2441795" cy="2441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3274750" y="5413401"/>
            <a:ext cx="2441795" cy="2441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0B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/>
          <p:cNvPicPr preferRelativeResize="0"/>
          <p:nvPr/>
        </p:nvPicPr>
        <p:blipFill rotWithShape="1">
          <a:blip r:embed="rId3"/>
          <a:srcRect t="16094" b="42738"/>
          <a:stretch>
            <a:fillRect/>
          </a:stretch>
        </p:blipFill>
        <p:spPr>
          <a:xfrm>
            <a:off x="0" y="0"/>
            <a:ext cx="14541390" cy="7482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4541390" y="-31542"/>
            <a:ext cx="3784710" cy="378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4541390" y="3721625"/>
            <a:ext cx="3784710" cy="37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1028700" y="8083783"/>
            <a:ext cx="8433786" cy="98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Introduction</a:t>
            </a:r>
          </a:p>
        </p:txBody>
      </p:sp>
      <p:sp>
        <p:nvSpPr>
          <p:cNvPr id="169" name="Google Shape;169;p16"/>
          <p:cNvSpPr txBox="1"/>
          <p:nvPr/>
        </p:nvSpPr>
        <p:spPr>
          <a:xfrm>
            <a:off x="1028700" y="9244245"/>
            <a:ext cx="6854854" cy="37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 you want to discuss. </a:t>
            </a:r>
          </a:p>
        </p:txBody>
      </p:sp>
      <p:sp>
        <p:nvSpPr>
          <p:cNvPr id="170" name="Google Shape;170;p16"/>
          <p:cNvSpPr txBox="1"/>
          <p:nvPr/>
        </p:nvSpPr>
        <p:spPr>
          <a:xfrm>
            <a:off x="14522340" y="7653570"/>
            <a:ext cx="376566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460" b="0" i="0" u="none">
                <a:solidFill>
                  <a:srgbClr val="000000"/>
                </a:solidFill>
                <a:latin typeface="Poppins Medium"/>
              </a:rPr>
              <a:t>00</a:t>
            </a:r>
          </a:p>
        </p:txBody>
      </p:sp>
      <p:cxnSp>
        <p:nvCxnSpPr>
          <p:cNvPr id="171" name="Google Shape;171;p16"/>
          <p:cNvCxnSpPr/>
          <p:nvPr/>
        </p:nvCxnSpPr>
        <p:spPr>
          <a:xfrm rot="10800000" flipH="1">
            <a:off x="-19050" y="7487285"/>
            <a:ext cx="18326100" cy="1905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2" name="Google Shape;172;p16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883554" y="4667803"/>
            <a:ext cx="5506804" cy="6219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D3ED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7"/>
          <p:cNvGrpSpPr/>
          <p:nvPr/>
        </p:nvGrpSpPr>
        <p:grpSpPr>
          <a:xfrm>
            <a:off x="214844" y="5035004"/>
            <a:ext cx="17858307" cy="3194597"/>
            <a:chOff x="0" y="-28575"/>
            <a:chExt cx="4703423" cy="841375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4703423" cy="485477"/>
            </a:xfrm>
            <a:custGeom>
              <a:avLst/>
              <a:gdLst/>
              <a:ahLst/>
              <a:cxnLst/>
              <a:rect l="l" t="t" r="r" b="b"/>
              <a:pathLst>
                <a:path w="4703423" h="485477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485477"/>
                  </a:lnTo>
                  <a:lnTo>
                    <a:pt x="0" y="485477"/>
                  </a:lnTo>
                  <a:close/>
                </a:path>
              </a:pathLst>
            </a:custGeom>
            <a:solidFill>
              <a:srgbClr val="DFF2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80" name="Google Shape;180;p1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7"/>
          <p:cNvSpPr txBox="1"/>
          <p:nvPr/>
        </p:nvSpPr>
        <p:spPr>
          <a:xfrm>
            <a:off x="1220674" y="1046316"/>
            <a:ext cx="6360362" cy="225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Welcome To</a:t>
            </a: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Presentation</a:t>
            </a:r>
          </a:p>
        </p:txBody>
      </p:sp>
      <p:sp>
        <p:nvSpPr>
          <p:cNvPr id="182" name="Google Shape;182;p17"/>
          <p:cNvSpPr txBox="1"/>
          <p:nvPr/>
        </p:nvSpPr>
        <p:spPr>
          <a:xfrm>
            <a:off x="3969386" y="5521461"/>
            <a:ext cx="10349227" cy="95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I'm Rain, and I'll be sharing with you my beautiful ideas.</a:t>
            </a:r>
          </a:p>
          <a:p>
            <a:pPr marL="0" marR="0" lvl="0" indent="0" algn="ctr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Follow me at @reallygreatsite to learn more. </a:t>
            </a:r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6180252"/>
            <a:ext cx="5537714" cy="3987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0B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8"/>
          <p:cNvGrpSpPr/>
          <p:nvPr/>
        </p:nvGrpSpPr>
        <p:grpSpPr>
          <a:xfrm>
            <a:off x="214844" y="106348"/>
            <a:ext cx="17858307" cy="9965807"/>
            <a:chOff x="0" y="-28575"/>
            <a:chExt cx="4703423" cy="2624739"/>
          </a:xfrm>
        </p:grpSpPr>
        <p:sp>
          <p:nvSpPr>
            <p:cNvPr id="189" name="Google Shape;189;p18"/>
            <p:cNvSpPr/>
            <p:nvPr/>
          </p:nvSpPr>
          <p:spPr>
            <a:xfrm>
              <a:off x="0" y="0"/>
              <a:ext cx="4703423" cy="2596164"/>
            </a:xfrm>
            <a:custGeom>
              <a:avLst/>
              <a:gdLst/>
              <a:ahLst/>
              <a:cxnLst/>
              <a:rect l="l" t="t" r="r" b="b"/>
              <a:pathLst>
                <a:path w="4703423" h="2596164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2596164"/>
                  </a:lnTo>
                  <a:lnTo>
                    <a:pt x="0" y="2596164"/>
                  </a:lnTo>
                  <a:close/>
                </a:path>
              </a:pathLst>
            </a:custGeom>
            <a:solidFill>
              <a:srgbClr val="F8D941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0" name="Google Shape;190;p18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8"/>
          <p:cNvPicPr preferRelativeResize="0"/>
          <p:nvPr/>
        </p:nvPicPr>
        <p:blipFill rotWithShape="1">
          <a:blip r:embed="rId3"/>
          <a:srcRect l="13141" t="-40" r="13280"/>
          <a:stretch>
            <a:fillRect/>
          </a:stretch>
        </p:blipFill>
        <p:spPr>
          <a:xfrm>
            <a:off x="228650" y="3308750"/>
            <a:ext cx="7464874" cy="676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flipH="1">
            <a:off x="8828684" y="3518295"/>
            <a:ext cx="3092323" cy="3092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3780803" y="3518295"/>
            <a:ext cx="3092323" cy="30923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18"/>
          <p:cNvCxnSpPr/>
          <p:nvPr/>
        </p:nvCxnSpPr>
        <p:spPr>
          <a:xfrm flipH="1">
            <a:off x="7695941" y="214928"/>
            <a:ext cx="9323" cy="985722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18"/>
          <p:cNvCxnSpPr/>
          <p:nvPr/>
        </p:nvCxnSpPr>
        <p:spPr>
          <a:xfrm flipH="1">
            <a:off x="235769" y="3295027"/>
            <a:ext cx="7450648" cy="95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18"/>
          <p:cNvSpPr/>
          <p:nvPr/>
        </p:nvSpPr>
        <p:spPr>
          <a:xfrm>
            <a:off x="228650" y="227601"/>
            <a:ext cx="7470979" cy="3067992"/>
          </a:xfrm>
          <a:custGeom>
            <a:avLst/>
            <a:gdLst/>
            <a:ahLst/>
            <a:cxnLst/>
            <a:rect l="l" t="t" r="r" b="b"/>
            <a:pathLst>
              <a:path w="1966047" h="805776" extrusionOk="0">
                <a:moveTo>
                  <a:pt x="0" y="0"/>
                </a:moveTo>
                <a:lnTo>
                  <a:pt x="1966047" y="0"/>
                </a:lnTo>
                <a:lnTo>
                  <a:pt x="1966047" y="805776"/>
                </a:lnTo>
                <a:lnTo>
                  <a:pt x="0" y="805776"/>
                </a:lnTo>
                <a:close/>
              </a:path>
            </a:pathLst>
          </a:custGeom>
          <a:solidFill>
            <a:srgbClr val="67D3ED"/>
          </a:solidFill>
          <a:ln>
            <a:noFill/>
          </a:ln>
        </p:spPr>
      </p:sp>
      <p:sp>
        <p:nvSpPr>
          <p:cNvPr id="197" name="Google Shape;197;p18"/>
          <p:cNvSpPr txBox="1"/>
          <p:nvPr/>
        </p:nvSpPr>
        <p:spPr>
          <a:xfrm>
            <a:off x="1028700" y="1281135"/>
            <a:ext cx="6275360" cy="98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Our Company</a:t>
            </a:r>
          </a:p>
        </p:txBody>
      </p:sp>
      <p:sp>
        <p:nvSpPr>
          <p:cNvPr id="198" name="Google Shape;198;p18"/>
          <p:cNvSpPr txBox="1"/>
          <p:nvPr/>
        </p:nvSpPr>
        <p:spPr>
          <a:xfrm>
            <a:off x="13034902" y="2504834"/>
            <a:ext cx="45841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What we do? </a:t>
            </a:r>
          </a:p>
        </p:txBody>
      </p:sp>
      <p:sp>
        <p:nvSpPr>
          <p:cNvPr id="199" name="Google Shape;199;p18"/>
          <p:cNvSpPr txBox="1"/>
          <p:nvPr/>
        </p:nvSpPr>
        <p:spPr>
          <a:xfrm>
            <a:off x="8082783" y="2504834"/>
            <a:ext cx="45841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Who we are?</a:t>
            </a:r>
          </a:p>
        </p:txBody>
      </p:sp>
      <p:sp>
        <p:nvSpPr>
          <p:cNvPr id="200" name="Google Shape;200;p18"/>
          <p:cNvSpPr txBox="1"/>
          <p:nvPr/>
        </p:nvSpPr>
        <p:spPr>
          <a:xfrm>
            <a:off x="8082783" y="7001835"/>
            <a:ext cx="4584125" cy="73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Briefly elaborate on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what you want to discuss. </a:t>
            </a:r>
          </a:p>
        </p:txBody>
      </p:sp>
      <p:sp>
        <p:nvSpPr>
          <p:cNvPr id="201" name="Google Shape;201;p18"/>
          <p:cNvSpPr txBox="1"/>
          <p:nvPr/>
        </p:nvSpPr>
        <p:spPr>
          <a:xfrm>
            <a:off x="13034902" y="7001835"/>
            <a:ext cx="4584125" cy="73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Briefly elaborate on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what you want to discuss.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B0B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9"/>
          <p:cNvGrpSpPr/>
          <p:nvPr/>
        </p:nvGrpSpPr>
        <p:grpSpPr>
          <a:xfrm>
            <a:off x="11550494" y="920204"/>
            <a:ext cx="7022117" cy="8338096"/>
            <a:chOff x="0" y="-28575"/>
            <a:chExt cx="1849446" cy="2196042"/>
          </a:xfrm>
        </p:grpSpPr>
        <p:sp>
          <p:nvSpPr>
            <p:cNvPr id="207" name="Google Shape;207;p19"/>
            <p:cNvSpPr/>
            <p:nvPr/>
          </p:nvSpPr>
          <p:spPr>
            <a:xfrm>
              <a:off x="0" y="0"/>
              <a:ext cx="1849446" cy="2167467"/>
            </a:xfrm>
            <a:custGeom>
              <a:avLst/>
              <a:gdLst/>
              <a:ahLst/>
              <a:cxnLst/>
              <a:rect l="l" t="t" r="r" b="b"/>
              <a:pathLst>
                <a:path w="1849446" h="2167467" extrusionOk="0">
                  <a:moveTo>
                    <a:pt x="0" y="0"/>
                  </a:moveTo>
                  <a:lnTo>
                    <a:pt x="1849446" y="0"/>
                  </a:lnTo>
                  <a:lnTo>
                    <a:pt x="184944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08" name="Google Shape;208;p1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9" name="Google Shape;209;p19"/>
          <p:cNvPicPr preferRelativeResize="0"/>
          <p:nvPr/>
        </p:nvPicPr>
        <p:blipFill rotWithShape="1">
          <a:blip r:embed="rId3"/>
          <a:srcRect l="16779" r="28406"/>
          <a:stretch>
            <a:fillRect/>
          </a:stretch>
        </p:blipFill>
        <p:spPr>
          <a:xfrm>
            <a:off x="11580435" y="1058752"/>
            <a:ext cx="6717090" cy="8169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9"/>
          <p:cNvGrpSpPr/>
          <p:nvPr/>
        </p:nvGrpSpPr>
        <p:grpSpPr>
          <a:xfrm>
            <a:off x="214844" y="920204"/>
            <a:ext cx="5227757" cy="8338096"/>
            <a:chOff x="0" y="-28575"/>
            <a:chExt cx="1376858" cy="2196042"/>
          </a:xfrm>
        </p:grpSpPr>
        <p:sp>
          <p:nvSpPr>
            <p:cNvPr id="211" name="Google Shape;211;p19"/>
            <p:cNvSpPr/>
            <p:nvPr/>
          </p:nvSpPr>
          <p:spPr>
            <a:xfrm>
              <a:off x="0" y="0"/>
              <a:ext cx="1376858" cy="2167467"/>
            </a:xfrm>
            <a:custGeom>
              <a:avLst/>
              <a:gdLst/>
              <a:ahLst/>
              <a:cxnLst/>
              <a:rect l="l" t="t" r="r" b="b"/>
              <a:pathLst>
                <a:path w="1376858" h="2167467" extrusionOk="0">
                  <a:moveTo>
                    <a:pt x="0" y="0"/>
                  </a:moveTo>
                  <a:lnTo>
                    <a:pt x="1376858" y="0"/>
                  </a:lnTo>
                  <a:lnTo>
                    <a:pt x="137685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9AE6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12" name="Google Shape;212;p1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9"/>
          <p:cNvGrpSpPr/>
          <p:nvPr/>
        </p:nvGrpSpPr>
        <p:grpSpPr>
          <a:xfrm>
            <a:off x="5882669" y="920204"/>
            <a:ext cx="5227757" cy="8338096"/>
            <a:chOff x="0" y="-28575"/>
            <a:chExt cx="1376858" cy="2196042"/>
          </a:xfrm>
        </p:grpSpPr>
        <p:sp>
          <p:nvSpPr>
            <p:cNvPr id="214" name="Google Shape;214;p19"/>
            <p:cNvSpPr/>
            <p:nvPr/>
          </p:nvSpPr>
          <p:spPr>
            <a:xfrm>
              <a:off x="0" y="0"/>
              <a:ext cx="1376858" cy="2167467"/>
            </a:xfrm>
            <a:custGeom>
              <a:avLst/>
              <a:gdLst/>
              <a:ahLst/>
              <a:cxnLst/>
              <a:rect l="l" t="t" r="r" b="b"/>
              <a:pathLst>
                <a:path w="1376858" h="2167467" extrusionOk="0">
                  <a:moveTo>
                    <a:pt x="0" y="0"/>
                  </a:moveTo>
                  <a:lnTo>
                    <a:pt x="1376858" y="0"/>
                  </a:lnTo>
                  <a:lnTo>
                    <a:pt x="137685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DFF2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15" name="Google Shape;215;p1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6" name="Google Shape;216;p1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01884" y="3051580"/>
            <a:ext cx="4453679" cy="4453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69708" y="3051580"/>
            <a:ext cx="4453679" cy="445367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536661" y="1677476"/>
            <a:ext cx="4584125" cy="98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Mission</a:t>
            </a:r>
          </a:p>
        </p:txBody>
      </p:sp>
      <p:sp>
        <p:nvSpPr>
          <p:cNvPr id="219" name="Google Shape;219;p19"/>
          <p:cNvSpPr txBox="1"/>
          <p:nvPr/>
        </p:nvSpPr>
        <p:spPr>
          <a:xfrm>
            <a:off x="536661" y="7866574"/>
            <a:ext cx="4584125" cy="73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Enter your grand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vision statement!</a:t>
            </a:r>
          </a:p>
        </p:txBody>
      </p:sp>
      <p:sp>
        <p:nvSpPr>
          <p:cNvPr id="220" name="Google Shape;220;p19"/>
          <p:cNvSpPr txBox="1"/>
          <p:nvPr/>
        </p:nvSpPr>
        <p:spPr>
          <a:xfrm>
            <a:off x="6204485" y="7910389"/>
            <a:ext cx="4584125" cy="68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Enter your grand</a:t>
            </a:r>
          </a:p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vision statement!</a:t>
            </a:r>
          </a:p>
        </p:txBody>
      </p:sp>
      <p:sp>
        <p:nvSpPr>
          <p:cNvPr id="221" name="Google Shape;221;p19"/>
          <p:cNvSpPr txBox="1"/>
          <p:nvPr/>
        </p:nvSpPr>
        <p:spPr>
          <a:xfrm>
            <a:off x="6204485" y="1692208"/>
            <a:ext cx="4584125" cy="98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E6D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0"/>
          <p:cNvGrpSpPr/>
          <p:nvPr/>
        </p:nvGrpSpPr>
        <p:grpSpPr>
          <a:xfrm>
            <a:off x="214844" y="106348"/>
            <a:ext cx="17858307" cy="9965807"/>
            <a:chOff x="0" y="-28575"/>
            <a:chExt cx="4703423" cy="2624739"/>
          </a:xfrm>
        </p:grpSpPr>
        <p:sp>
          <p:nvSpPr>
            <p:cNvPr id="227" name="Google Shape;227;p20"/>
            <p:cNvSpPr/>
            <p:nvPr/>
          </p:nvSpPr>
          <p:spPr>
            <a:xfrm>
              <a:off x="0" y="0"/>
              <a:ext cx="4703423" cy="2596164"/>
            </a:xfrm>
            <a:custGeom>
              <a:avLst/>
              <a:gdLst/>
              <a:ahLst/>
              <a:cxnLst/>
              <a:rect l="l" t="t" r="r" b="b"/>
              <a:pathLst>
                <a:path w="4703423" h="2596164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2596164"/>
                  </a:lnTo>
                  <a:lnTo>
                    <a:pt x="0" y="2596164"/>
                  </a:lnTo>
                  <a:close/>
                </a:path>
              </a:pathLst>
            </a:custGeom>
            <a:solidFill>
              <a:srgbClr val="67D3ED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8" name="Google Shape;228;p2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214844" y="106348"/>
            <a:ext cx="17858307" cy="3782400"/>
            <a:chOff x="0" y="-28575"/>
            <a:chExt cx="4703423" cy="996188"/>
          </a:xfrm>
        </p:grpSpPr>
        <p:sp>
          <p:nvSpPr>
            <p:cNvPr id="230" name="Google Shape;230;p20"/>
            <p:cNvSpPr/>
            <p:nvPr/>
          </p:nvSpPr>
          <p:spPr>
            <a:xfrm>
              <a:off x="0" y="0"/>
              <a:ext cx="4703423" cy="967613"/>
            </a:xfrm>
            <a:custGeom>
              <a:avLst/>
              <a:gdLst/>
              <a:ahLst/>
              <a:cxnLst/>
              <a:rect l="l" t="t" r="r" b="b"/>
              <a:pathLst>
                <a:path w="4703423" h="967613" extrusionOk="0">
                  <a:moveTo>
                    <a:pt x="0" y="0"/>
                  </a:moveTo>
                  <a:lnTo>
                    <a:pt x="4703423" y="0"/>
                  </a:lnTo>
                  <a:lnTo>
                    <a:pt x="4703423" y="967613"/>
                  </a:lnTo>
                  <a:lnTo>
                    <a:pt x="0" y="967613"/>
                  </a:lnTo>
                  <a:close/>
                </a:path>
              </a:pathLst>
            </a:custGeom>
            <a:solidFill>
              <a:srgbClr val="DFF2A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31" name="Google Shape;231;p2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6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1118282" y="5441466"/>
            <a:ext cx="2802635" cy="2815197"/>
            <a:chOff x="1813" y="0"/>
            <a:chExt cx="809173" cy="812800"/>
          </a:xfrm>
        </p:grpSpPr>
        <p:sp>
          <p:nvSpPr>
            <p:cNvPr id="233" name="Google Shape;233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20"/>
          <p:cNvSpPr/>
          <p:nvPr/>
        </p:nvSpPr>
        <p:spPr>
          <a:xfrm>
            <a:off x="1136566" y="5466034"/>
            <a:ext cx="2766071" cy="276606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/>
            <a:stretch>
              <a:fillRect b="-2500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20"/>
          <p:cNvGrpSpPr/>
          <p:nvPr/>
        </p:nvGrpSpPr>
        <p:grpSpPr>
          <a:xfrm>
            <a:off x="5534548" y="5441466"/>
            <a:ext cx="2802635" cy="2815197"/>
            <a:chOff x="1813" y="0"/>
            <a:chExt cx="809173" cy="812800"/>
          </a:xfrm>
        </p:grpSpPr>
        <p:sp>
          <p:nvSpPr>
            <p:cNvPr id="237" name="Google Shape;237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20"/>
          <p:cNvSpPr/>
          <p:nvPr/>
        </p:nvSpPr>
        <p:spPr>
          <a:xfrm>
            <a:off x="5552831" y="5466034"/>
            <a:ext cx="2766071" cy="276606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4"/>
            <a:stretch>
              <a:fillRect l="-24901" r="-2490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9949945" y="5441466"/>
            <a:ext cx="2802635" cy="2815197"/>
            <a:chOff x="1813" y="0"/>
            <a:chExt cx="809173" cy="812800"/>
          </a:xfrm>
        </p:grpSpPr>
        <p:sp>
          <p:nvSpPr>
            <p:cNvPr id="241" name="Google Shape;241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20"/>
          <p:cNvSpPr/>
          <p:nvPr/>
        </p:nvSpPr>
        <p:spPr>
          <a:xfrm>
            <a:off x="9969097" y="5466034"/>
            <a:ext cx="2766071" cy="276606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5"/>
            <a:stretch>
              <a:fillRect t="-10149" b="-3975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20"/>
          <p:cNvGrpSpPr/>
          <p:nvPr/>
        </p:nvGrpSpPr>
        <p:grpSpPr>
          <a:xfrm>
            <a:off x="14367079" y="5441466"/>
            <a:ext cx="2802635" cy="2815197"/>
            <a:chOff x="1813" y="0"/>
            <a:chExt cx="809173" cy="812800"/>
          </a:xfrm>
        </p:grpSpPr>
        <p:sp>
          <p:nvSpPr>
            <p:cNvPr id="245" name="Google Shape;245;p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20"/>
          <p:cNvSpPr/>
          <p:nvPr/>
        </p:nvSpPr>
        <p:spPr>
          <a:xfrm>
            <a:off x="14385363" y="5466034"/>
            <a:ext cx="2766071" cy="2766060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6"/>
            <a:stretch>
              <a:fillRect l="-24998" r="-24998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8" name="Google Shape;248;p20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705061" y="198000"/>
            <a:ext cx="7384925" cy="37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214844" y="1611312"/>
            <a:ext cx="10512918" cy="98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Add a Timeline Page</a:t>
            </a:r>
          </a:p>
        </p:txBody>
      </p:sp>
      <p:sp>
        <p:nvSpPr>
          <p:cNvPr id="250" name="Google Shape;250;p20"/>
          <p:cNvSpPr txBox="1"/>
          <p:nvPr/>
        </p:nvSpPr>
        <p:spPr>
          <a:xfrm>
            <a:off x="837139" y="4713895"/>
            <a:ext cx="33649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Add a main point</a:t>
            </a:r>
          </a:p>
        </p:txBody>
      </p:sp>
      <p:sp>
        <p:nvSpPr>
          <p:cNvPr id="251" name="Google Shape;251;p20"/>
          <p:cNvSpPr txBox="1"/>
          <p:nvPr/>
        </p:nvSpPr>
        <p:spPr>
          <a:xfrm>
            <a:off x="837139" y="8523363"/>
            <a:ext cx="3364925" cy="76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</a:t>
            </a:r>
          </a:p>
          <a:p>
            <a:pPr marL="0" marR="0" lvl="0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want to discuss.</a:t>
            </a:r>
          </a:p>
        </p:txBody>
      </p:sp>
      <p:sp>
        <p:nvSpPr>
          <p:cNvPr id="252" name="Google Shape;252;p20"/>
          <p:cNvSpPr txBox="1"/>
          <p:nvPr/>
        </p:nvSpPr>
        <p:spPr>
          <a:xfrm>
            <a:off x="5253405" y="4713895"/>
            <a:ext cx="33649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Add a main point</a:t>
            </a:r>
          </a:p>
        </p:txBody>
      </p:sp>
      <p:sp>
        <p:nvSpPr>
          <p:cNvPr id="253" name="Google Shape;253;p20"/>
          <p:cNvSpPr txBox="1"/>
          <p:nvPr/>
        </p:nvSpPr>
        <p:spPr>
          <a:xfrm>
            <a:off x="5253405" y="8523363"/>
            <a:ext cx="3364925" cy="76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</a:t>
            </a:r>
          </a:p>
          <a:p>
            <a:pPr marL="0" marR="0" lvl="1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want to discuss.</a:t>
            </a:r>
          </a:p>
        </p:txBody>
      </p:sp>
      <p:sp>
        <p:nvSpPr>
          <p:cNvPr id="254" name="Google Shape;254;p20"/>
          <p:cNvSpPr txBox="1"/>
          <p:nvPr/>
        </p:nvSpPr>
        <p:spPr>
          <a:xfrm>
            <a:off x="9669671" y="4713895"/>
            <a:ext cx="33649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Add a main point</a:t>
            </a:r>
          </a:p>
        </p:txBody>
      </p:sp>
      <p:sp>
        <p:nvSpPr>
          <p:cNvPr id="255" name="Google Shape;255;p20"/>
          <p:cNvSpPr txBox="1"/>
          <p:nvPr/>
        </p:nvSpPr>
        <p:spPr>
          <a:xfrm>
            <a:off x="9669671" y="8523363"/>
            <a:ext cx="3364925" cy="76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</a:t>
            </a:r>
          </a:p>
          <a:p>
            <a:pPr marL="0" marR="0" lvl="1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want to discuss.</a:t>
            </a:r>
          </a:p>
        </p:txBody>
      </p:sp>
      <p:sp>
        <p:nvSpPr>
          <p:cNvPr id="256" name="Google Shape;256;p20"/>
          <p:cNvSpPr txBox="1"/>
          <p:nvPr/>
        </p:nvSpPr>
        <p:spPr>
          <a:xfrm>
            <a:off x="14085936" y="4713895"/>
            <a:ext cx="33649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Add a main point</a:t>
            </a:r>
          </a:p>
        </p:txBody>
      </p:sp>
      <p:sp>
        <p:nvSpPr>
          <p:cNvPr id="257" name="Google Shape;257;p20"/>
          <p:cNvSpPr txBox="1"/>
          <p:nvPr/>
        </p:nvSpPr>
        <p:spPr>
          <a:xfrm>
            <a:off x="14085936" y="8523363"/>
            <a:ext cx="3364925" cy="76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Elaborate on what</a:t>
            </a:r>
          </a:p>
          <a:p>
            <a:pPr marL="0" marR="0" lvl="1" indent="0" algn="ctr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Poppins" panose="00000800000000000000"/>
                <a:ea typeface="Poppins" panose="00000800000000000000"/>
                <a:cs typeface="Poppins" panose="00000800000000000000"/>
                <a:sym typeface="Poppins" panose="00000800000000000000"/>
              </a:rPr>
              <a:t>you want to discuss.</a:t>
            </a:r>
          </a:p>
        </p:txBody>
      </p:sp>
      <p:cxnSp>
        <p:nvCxnSpPr>
          <p:cNvPr id="258" name="Google Shape;258;p20"/>
          <p:cNvCxnSpPr/>
          <p:nvPr/>
        </p:nvCxnSpPr>
        <p:spPr>
          <a:xfrm>
            <a:off x="4411614" y="6830014"/>
            <a:ext cx="711118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59" name="Google Shape;259;p20"/>
          <p:cNvCxnSpPr/>
          <p:nvPr/>
        </p:nvCxnSpPr>
        <p:spPr>
          <a:xfrm>
            <a:off x="8788441" y="6830014"/>
            <a:ext cx="711118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0" name="Google Shape;260;p20"/>
          <p:cNvCxnSpPr/>
          <p:nvPr/>
        </p:nvCxnSpPr>
        <p:spPr>
          <a:xfrm>
            <a:off x="13225095" y="6830014"/>
            <a:ext cx="711118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Macintosh PowerPoint</Application>
  <PresentationFormat>自定义</PresentationFormat>
  <Paragraphs>66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Poppins ExtraBold</vt:lpstr>
      <vt:lpstr>Arial</vt:lpstr>
      <vt:lpstr>Poppins</vt:lpstr>
      <vt:lpstr>Poppins Medium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3</cp:revision>
  <dcterms:created xsi:type="dcterms:W3CDTF">2023-07-18T20:28:38Z</dcterms:created>
  <dcterms:modified xsi:type="dcterms:W3CDTF">2025-09-04T07:29:10Z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FD41C516884C1F58F6F5B664048A9B21_42</vt:lpwstr>
  </property>
  <property fmtid="{D5CDD505-2E9C-101B-9397-08002B2CF9AE}" pid="3" name="KSOProductBuildVer">
    <vt:lpwstr>2052-5.5.1.7991</vt:lpwstr>
  </property>
</Properties>
</file>