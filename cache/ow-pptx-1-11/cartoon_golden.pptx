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61" r:id="rId5"/>
    <p:sldId id="263" r:id="rId6"/>
    <p:sldId id="264" r:id="rId7"/>
    <p:sldId id="265" r:id="rId8"/>
    <p:sldId id="266" r:id="rId9"/>
    <p:sldId id="267" r:id="rId10"/>
  </p:sldIdLst>
  <p:sldSz cx="18288000" cy="10287000"/>
  <p:notesSz cx="6858000" cy="9144000"/>
  <p:embeddedFontLst>
    <p:embeddedFont>
      <p:font typeface="Josefin Sans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CFE9AE6-8ADE-4E2D-92CA-4551237293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66018a5e7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g1e66018a5e7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"/>
          <p:cNvGrpSpPr/>
          <p:nvPr/>
        </p:nvGrpSpPr>
        <p:grpSpPr>
          <a:xfrm>
            <a:off x="3683405" y="664839"/>
            <a:ext cx="13049076" cy="7912369"/>
            <a:chOff x="0" y="-358148"/>
            <a:chExt cx="17398768" cy="10549826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C1EBE6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3" name="Google Shape;93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4" name="Google Shape;94;p1"/>
            <p:cNvGrpSpPr/>
            <p:nvPr/>
          </p:nvGrpSpPr>
          <p:grpSpPr>
            <a:xfrm>
              <a:off x="674489" y="380900"/>
              <a:ext cx="742660" cy="745989"/>
              <a:chOff x="1813" y="0"/>
              <a:chExt cx="809173" cy="81280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1676654" y="380900"/>
              <a:ext cx="742660" cy="745989"/>
              <a:chOff x="1813" y="0"/>
              <a:chExt cx="809173" cy="81280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"/>
            <p:cNvGrpSpPr/>
            <p:nvPr/>
          </p:nvGrpSpPr>
          <p:grpSpPr>
            <a:xfrm>
              <a:off x="2678820" y="380900"/>
              <a:ext cx="742660" cy="745989"/>
              <a:chOff x="1813" y="0"/>
              <a:chExt cx="809173" cy="812800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1"/>
          <p:cNvGrpSpPr/>
          <p:nvPr/>
        </p:nvGrpSpPr>
        <p:grpSpPr>
          <a:xfrm>
            <a:off x="2832056" y="1141014"/>
            <a:ext cx="13049076" cy="7912369"/>
            <a:chOff x="0" y="-358148"/>
            <a:chExt cx="17398768" cy="10549826"/>
          </a:xfrm>
        </p:grpSpPr>
        <p:grpSp>
          <p:nvGrpSpPr>
            <p:cNvPr id="104" name="Google Shape;104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" name="Google Shape;107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8" name="Google Shape;108;p1"/>
            <p:cNvGrpSpPr/>
            <p:nvPr/>
          </p:nvGrpSpPr>
          <p:grpSpPr>
            <a:xfrm>
              <a:off x="725273" y="402469"/>
              <a:ext cx="742660" cy="745989"/>
              <a:chOff x="1813" y="0"/>
              <a:chExt cx="809173" cy="812800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"/>
            <p:cNvGrpSpPr/>
            <p:nvPr/>
          </p:nvGrpSpPr>
          <p:grpSpPr>
            <a:xfrm>
              <a:off x="1727438" y="402469"/>
              <a:ext cx="742660" cy="745989"/>
              <a:chOff x="1813" y="0"/>
              <a:chExt cx="809173" cy="81280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3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"/>
            <p:cNvGrpSpPr/>
            <p:nvPr/>
          </p:nvGrpSpPr>
          <p:grpSpPr>
            <a:xfrm>
              <a:off x="2729604" y="402469"/>
              <a:ext cx="742660" cy="745989"/>
              <a:chOff x="1813" y="0"/>
              <a:chExt cx="809173" cy="812800"/>
            </a:xfrm>
          </p:grpSpPr>
          <p:sp>
            <p:nvSpPr>
              <p:cNvPr id="115" name="Google Shape;11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1"/>
          <p:cNvGrpSpPr/>
          <p:nvPr/>
        </p:nvGrpSpPr>
        <p:grpSpPr>
          <a:xfrm>
            <a:off x="2050772" y="1789764"/>
            <a:ext cx="13049076" cy="7845216"/>
            <a:chOff x="0" y="-268611"/>
            <a:chExt cx="17398768" cy="10460289"/>
          </a:xfrm>
        </p:grpSpPr>
        <p:grpSp>
          <p:nvGrpSpPr>
            <p:cNvPr id="118" name="Google Shape;118;p1"/>
            <p:cNvGrpSpPr/>
            <p:nvPr/>
          </p:nvGrpSpPr>
          <p:grpSpPr>
            <a:xfrm>
              <a:off x="0" y="-268611"/>
              <a:ext cx="17398768" cy="10460289"/>
              <a:chOff x="0" y="-28575"/>
              <a:chExt cx="1850890" cy="1112771"/>
            </a:xfrm>
          </p:grpSpPr>
          <p:sp>
            <p:nvSpPr>
              <p:cNvPr id="119" name="Google Shape;119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8899" y="0"/>
                    </a:moveTo>
                    <a:lnTo>
                      <a:pt x="1841991" y="0"/>
                    </a:lnTo>
                    <a:cubicBezTo>
                      <a:pt x="1846906" y="0"/>
                      <a:pt x="1850890" y="3984"/>
                      <a:pt x="1850890" y="8899"/>
                    </a:cubicBezTo>
                    <a:lnTo>
                      <a:pt x="1850890" y="1075297"/>
                    </a:lnTo>
                    <a:cubicBezTo>
                      <a:pt x="1850890" y="1080212"/>
                      <a:pt x="1846906" y="1084196"/>
                      <a:pt x="1841991" y="1084196"/>
                    </a:cubicBezTo>
                    <a:lnTo>
                      <a:pt x="8899" y="1084196"/>
                    </a:lnTo>
                    <a:cubicBezTo>
                      <a:pt x="3984" y="1084196"/>
                      <a:pt x="0" y="1080212"/>
                      <a:pt x="0" y="1075297"/>
                    </a:cubicBezTo>
                    <a:lnTo>
                      <a:pt x="0" y="8899"/>
                    </a:lnTo>
                    <a:cubicBezTo>
                      <a:pt x="0" y="3984"/>
                      <a:pt x="3984" y="0"/>
                      <a:pt x="8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1" name="Google Shape;121;p1"/>
            <p:cNvCxnSpPr/>
            <p:nvPr/>
          </p:nvCxnSpPr>
          <p:spPr>
            <a:xfrm>
              <a:off x="0" y="1535714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2" name="Google Shape;122;p1"/>
            <p:cNvGrpSpPr/>
            <p:nvPr/>
          </p:nvGrpSpPr>
          <p:grpSpPr>
            <a:xfrm>
              <a:off x="591941" y="436097"/>
              <a:ext cx="742660" cy="745989"/>
              <a:chOff x="1813" y="0"/>
              <a:chExt cx="809173" cy="812800"/>
            </a:xfrm>
          </p:grpSpPr>
          <p:sp>
            <p:nvSpPr>
              <p:cNvPr id="123" name="Google Shape;123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"/>
            <p:cNvGrpSpPr/>
            <p:nvPr/>
          </p:nvGrpSpPr>
          <p:grpSpPr>
            <a:xfrm>
              <a:off x="1594107" y="436097"/>
              <a:ext cx="742660" cy="745989"/>
              <a:chOff x="1813" y="0"/>
              <a:chExt cx="809173" cy="812800"/>
            </a:xfrm>
          </p:grpSpPr>
          <p:sp>
            <p:nvSpPr>
              <p:cNvPr id="126" name="Google Shape;126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1"/>
            <p:cNvGrpSpPr/>
            <p:nvPr/>
          </p:nvGrpSpPr>
          <p:grpSpPr>
            <a:xfrm>
              <a:off x="2596272" y="436097"/>
              <a:ext cx="742660" cy="745989"/>
              <a:chOff x="1813" y="0"/>
              <a:chExt cx="809173" cy="812800"/>
            </a:xfrm>
          </p:grpSpPr>
          <p:sp>
            <p:nvSpPr>
              <p:cNvPr id="129" name="Google Shape;12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" name="Google Shape;131;p1"/>
          <p:cNvGrpSpPr/>
          <p:nvPr/>
        </p:nvGrpSpPr>
        <p:grpSpPr>
          <a:xfrm>
            <a:off x="15378672" y="3522873"/>
            <a:ext cx="3348419" cy="3466137"/>
            <a:chOff x="0" y="-156957"/>
            <a:chExt cx="4464559" cy="4621517"/>
          </a:xfrm>
        </p:grpSpPr>
        <p:grpSp>
          <p:nvGrpSpPr>
            <p:cNvPr id="132" name="Google Shape;132;p1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95376" y="0"/>
                    </a:moveTo>
                    <a:lnTo>
                      <a:pt x="515633" y="0"/>
                    </a:lnTo>
                    <a:cubicBezTo>
                      <a:pt x="540928" y="0"/>
                      <a:pt x="565187" y="10049"/>
                      <a:pt x="583074" y="27935"/>
                    </a:cubicBezTo>
                    <a:cubicBezTo>
                      <a:pt x="600960" y="45822"/>
                      <a:pt x="611009" y="70081"/>
                      <a:pt x="611009" y="95376"/>
                    </a:cubicBezTo>
                    <a:lnTo>
                      <a:pt x="611009" y="517449"/>
                    </a:lnTo>
                    <a:cubicBezTo>
                      <a:pt x="611009" y="570124"/>
                      <a:pt x="568308" y="612825"/>
                      <a:pt x="515633" y="612825"/>
                    </a:cubicBezTo>
                    <a:lnTo>
                      <a:pt x="95376" y="612825"/>
                    </a:lnTo>
                    <a:cubicBezTo>
                      <a:pt x="70081" y="612825"/>
                      <a:pt x="45822" y="602776"/>
                      <a:pt x="27935" y="584890"/>
                    </a:cubicBezTo>
                    <a:cubicBezTo>
                      <a:pt x="10049" y="567003"/>
                      <a:pt x="0" y="542744"/>
                      <a:pt x="0" y="517449"/>
                    </a:cubicBezTo>
                    <a:lnTo>
                      <a:pt x="0" y="95376"/>
                    </a:lnTo>
                    <a:cubicBezTo>
                      <a:pt x="0" y="42701"/>
                      <a:pt x="42701" y="0"/>
                      <a:pt x="95376" y="0"/>
                    </a:cubicBezTo>
                    <a:close/>
                  </a:path>
                </a:pathLst>
              </a:custGeom>
              <a:solidFill>
                <a:srgbClr val="E1CB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86432" y="0"/>
                    </a:moveTo>
                    <a:lnTo>
                      <a:pt x="524577" y="0"/>
                    </a:lnTo>
                    <a:cubicBezTo>
                      <a:pt x="547500" y="0"/>
                      <a:pt x="569485" y="9106"/>
                      <a:pt x="585694" y="25315"/>
                    </a:cubicBezTo>
                    <a:cubicBezTo>
                      <a:pt x="601903" y="41524"/>
                      <a:pt x="611009" y="63509"/>
                      <a:pt x="611009" y="86432"/>
                    </a:cubicBezTo>
                    <a:lnTo>
                      <a:pt x="611009" y="526393"/>
                    </a:lnTo>
                    <a:cubicBezTo>
                      <a:pt x="611009" y="549317"/>
                      <a:pt x="601903" y="571301"/>
                      <a:pt x="585694" y="587510"/>
                    </a:cubicBezTo>
                    <a:cubicBezTo>
                      <a:pt x="569485" y="603719"/>
                      <a:pt x="547500" y="612825"/>
                      <a:pt x="524577" y="612825"/>
                    </a:cubicBezTo>
                    <a:lnTo>
                      <a:pt x="86432" y="612825"/>
                    </a:lnTo>
                    <a:cubicBezTo>
                      <a:pt x="63509" y="612825"/>
                      <a:pt x="41524" y="603719"/>
                      <a:pt x="25315" y="587510"/>
                    </a:cubicBezTo>
                    <a:cubicBezTo>
                      <a:pt x="9106" y="571301"/>
                      <a:pt x="0" y="549317"/>
                      <a:pt x="0" y="526393"/>
                    </a:cubicBezTo>
                    <a:lnTo>
                      <a:pt x="0" y="86432"/>
                    </a:lnTo>
                    <a:cubicBezTo>
                      <a:pt x="0" y="63509"/>
                      <a:pt x="9106" y="41524"/>
                      <a:pt x="25315" y="25315"/>
                    </a:cubicBezTo>
                    <a:cubicBezTo>
                      <a:pt x="41524" y="9106"/>
                      <a:pt x="63509" y="0"/>
                      <a:pt x="86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8" name="Google Shape;138;p1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923145" y="928132"/>
              <a:ext cx="1509869" cy="15098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1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 rot="-920830" flipH="1">
            <a:off x="12747999" y="4383247"/>
            <a:ext cx="1039823" cy="1330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"/>
          <p:cNvGrpSpPr/>
          <p:nvPr/>
        </p:nvGrpSpPr>
        <p:grpSpPr>
          <a:xfrm>
            <a:off x="2832056" y="4571897"/>
            <a:ext cx="11695725" cy="4177666"/>
            <a:chOff x="0" y="-9525"/>
            <a:chExt cx="15594300" cy="5570221"/>
          </a:xfrm>
        </p:grpSpPr>
        <p:sp>
          <p:nvSpPr>
            <p:cNvPr id="141" name="Google Shape;141;p1"/>
            <p:cNvSpPr txBox="1"/>
            <p:nvPr/>
          </p:nvSpPr>
          <p:spPr>
            <a:xfrm>
              <a:off x="0" y="1274296"/>
              <a:ext cx="155943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85" b="1" i="0" u="none" strike="noStrike" cap="none">
                  <a:solidFill>
                    <a:srgbClr val="FABD7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Cute Interface Marketing Plan</a:t>
              </a:r>
              <a:endParaRPr>
                <a:solidFill>
                  <a:srgbClr val="FABD7C"/>
                </a:solidFill>
              </a:endParaRPr>
            </a:p>
          </p:txBody>
        </p:sp>
        <p:sp>
          <p:nvSpPr>
            <p:cNvPr id="142" name="Google Shape;142;p1"/>
            <p:cNvSpPr txBox="1"/>
            <p:nvPr/>
          </p:nvSpPr>
          <p:spPr>
            <a:xfrm>
              <a:off x="0" y="-9525"/>
              <a:ext cx="13011304" cy="87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YOUR MARKETING PRESENTATION</a:t>
              </a:r>
            </a:p>
          </p:txBody>
        </p:sp>
      </p:grpSp>
      <p:grpSp>
        <p:nvGrpSpPr>
          <p:cNvPr id="143" name="Google Shape;143;p1"/>
          <p:cNvGrpSpPr/>
          <p:nvPr/>
        </p:nvGrpSpPr>
        <p:grpSpPr>
          <a:xfrm rot="-1800674">
            <a:off x="570746" y="7276838"/>
            <a:ext cx="1911427" cy="1911427"/>
            <a:chOff x="0" y="0"/>
            <a:chExt cx="2548569" cy="2548569"/>
          </a:xfrm>
        </p:grpSpPr>
        <p:grpSp>
          <p:nvGrpSpPr>
            <p:cNvPr id="144" name="Google Shape;144;p1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145" name="Google Shape;145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148" name="Google Shape;148;p1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155" name="Google Shape;155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"/>
          <p:cNvGrpSpPr/>
          <p:nvPr/>
        </p:nvGrpSpPr>
        <p:grpSpPr>
          <a:xfrm>
            <a:off x="460010" y="4370917"/>
            <a:ext cx="17368069" cy="5931862"/>
            <a:chOff x="460010" y="4370917"/>
            <a:chExt cx="17368069" cy="5931862"/>
          </a:xfrm>
        </p:grpSpPr>
        <p:grpSp>
          <p:nvGrpSpPr>
            <p:cNvPr id="160" name="Google Shape;160;p2"/>
            <p:cNvGrpSpPr/>
            <p:nvPr/>
          </p:nvGrpSpPr>
          <p:grpSpPr>
            <a:xfrm>
              <a:off x="460010" y="4370917"/>
              <a:ext cx="17368069" cy="5931862"/>
              <a:chOff x="0" y="-28575"/>
              <a:chExt cx="2463486" cy="841375"/>
            </a:xfrm>
          </p:grpSpPr>
          <p:sp>
            <p:nvSpPr>
              <p:cNvPr id="161" name="Google Shape;161;p2"/>
              <p:cNvSpPr/>
              <p:nvPr/>
            </p:nvSpPr>
            <p:spPr>
              <a:xfrm>
                <a:off x="0" y="0"/>
                <a:ext cx="2463486" cy="754870"/>
              </a:xfrm>
              <a:custGeom>
                <a:avLst/>
                <a:gdLst/>
                <a:ahLst/>
                <a:cxnLst/>
                <a:rect l="l" t="t" r="r" b="b"/>
                <a:pathLst>
                  <a:path w="2463486" h="754870" extrusionOk="0">
                    <a:moveTo>
                      <a:pt x="6686" y="0"/>
                    </a:moveTo>
                    <a:lnTo>
                      <a:pt x="2456800" y="0"/>
                    </a:lnTo>
                    <a:cubicBezTo>
                      <a:pt x="2460493" y="0"/>
                      <a:pt x="2463486" y="2994"/>
                      <a:pt x="2463486" y="6686"/>
                    </a:cubicBezTo>
                    <a:lnTo>
                      <a:pt x="2463486" y="748184"/>
                    </a:lnTo>
                    <a:cubicBezTo>
                      <a:pt x="2463486" y="751877"/>
                      <a:pt x="2460493" y="754870"/>
                      <a:pt x="2456800" y="754870"/>
                    </a:cubicBezTo>
                    <a:lnTo>
                      <a:pt x="6686" y="754870"/>
                    </a:lnTo>
                    <a:cubicBezTo>
                      <a:pt x="2994" y="754870"/>
                      <a:pt x="0" y="751877"/>
                      <a:pt x="0" y="748184"/>
                    </a:cubicBezTo>
                    <a:lnTo>
                      <a:pt x="0" y="6686"/>
                    </a:lnTo>
                    <a:cubicBezTo>
                      <a:pt x="0" y="2994"/>
                      <a:pt x="2994" y="0"/>
                      <a:pt x="6686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2"/>
            <p:cNvSpPr/>
            <p:nvPr/>
          </p:nvSpPr>
          <p:spPr>
            <a:xfrm>
              <a:off x="494875" y="5479050"/>
              <a:ext cx="17299360" cy="4372771"/>
            </a:xfrm>
            <a:custGeom>
              <a:avLst/>
              <a:gdLst/>
              <a:ahLst/>
              <a:cxnLst/>
              <a:rect l="l" t="t" r="r" b="b"/>
              <a:pathLst>
                <a:path w="4531594" h="1140227" extrusionOk="0">
                  <a:moveTo>
                    <a:pt x="0" y="0"/>
                  </a:moveTo>
                  <a:lnTo>
                    <a:pt x="4531594" y="0"/>
                  </a:lnTo>
                  <a:lnTo>
                    <a:pt x="4531594" y="1140227"/>
                  </a:lnTo>
                  <a:lnTo>
                    <a:pt x="0" y="1140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cxnSp>
          <p:nvCxnSpPr>
            <p:cNvPr id="164" name="Google Shape;164;p2"/>
            <p:cNvCxnSpPr/>
            <p:nvPr/>
          </p:nvCxnSpPr>
          <p:spPr>
            <a:xfrm rot="-5400000">
              <a:off x="9818375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2"/>
            <p:cNvCxnSpPr/>
            <p:nvPr/>
          </p:nvCxnSpPr>
          <p:spPr>
            <a:xfrm rot="-5400000">
              <a:off x="4054449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2"/>
            <p:cNvCxnSpPr/>
            <p:nvPr/>
          </p:nvCxnSpPr>
          <p:spPr>
            <a:xfrm>
              <a:off x="460010" y="5443428"/>
              <a:ext cx="173679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7" name="Google Shape;167;p2"/>
          <p:cNvGrpSpPr/>
          <p:nvPr/>
        </p:nvGrpSpPr>
        <p:grpSpPr>
          <a:xfrm>
            <a:off x="12346260" y="6155328"/>
            <a:ext cx="5141250" cy="2778759"/>
            <a:chOff x="0" y="38100"/>
            <a:chExt cx="6855000" cy="3705012"/>
          </a:xfrm>
        </p:grpSpPr>
        <p:sp>
          <p:nvSpPr>
            <p:cNvPr id="168" name="Google Shape;168;p2"/>
            <p:cNvSpPr txBox="1"/>
            <p:nvPr/>
          </p:nvSpPr>
          <p:spPr>
            <a:xfrm>
              <a:off x="0" y="1526712"/>
              <a:ext cx="6855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"Canva" button under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 account.</a:t>
              </a: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38100"/>
              <a:ext cx="6855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</a:t>
              </a: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28700" y="752475"/>
            <a:ext cx="9884077" cy="4374177"/>
            <a:chOff x="1028700" y="752475"/>
            <a:chExt cx="9884077" cy="4374177"/>
          </a:xfrm>
        </p:grpSpPr>
        <p:sp>
          <p:nvSpPr>
            <p:cNvPr id="171" name="Google Shape;171;p2"/>
            <p:cNvSpPr/>
            <p:nvPr/>
          </p:nvSpPr>
          <p:spPr>
            <a:xfrm>
              <a:off x="1028700" y="752475"/>
              <a:ext cx="9884077" cy="4374177"/>
            </a:xfrm>
            <a:custGeom>
              <a:avLst/>
              <a:gdLst/>
              <a:ahLst/>
              <a:cxnLst/>
              <a:rect l="l" t="t" r="r" b="b"/>
              <a:pathLst>
                <a:path w="1401957" h="620433" extrusionOk="0">
                  <a:moveTo>
                    <a:pt x="14452" y="0"/>
                  </a:moveTo>
                  <a:lnTo>
                    <a:pt x="1387504" y="0"/>
                  </a:lnTo>
                  <a:cubicBezTo>
                    <a:pt x="1391337" y="0"/>
                    <a:pt x="1395013" y="1523"/>
                    <a:pt x="1397724" y="4233"/>
                  </a:cubicBezTo>
                  <a:cubicBezTo>
                    <a:pt x="1400434" y="6943"/>
                    <a:pt x="1401957" y="10619"/>
                    <a:pt x="1401957" y="14452"/>
                  </a:cubicBezTo>
                  <a:lnTo>
                    <a:pt x="1401957" y="605981"/>
                  </a:lnTo>
                  <a:cubicBezTo>
                    <a:pt x="1401957" y="613962"/>
                    <a:pt x="1395486" y="620433"/>
                    <a:pt x="1387504" y="620433"/>
                  </a:cubicBezTo>
                  <a:lnTo>
                    <a:pt x="14452" y="620433"/>
                  </a:lnTo>
                  <a:cubicBezTo>
                    <a:pt x="6471" y="620433"/>
                    <a:pt x="0" y="613962"/>
                    <a:pt x="0" y="605981"/>
                  </a:cubicBezTo>
                  <a:lnTo>
                    <a:pt x="0" y="14452"/>
                  </a:lnTo>
                  <a:cubicBezTo>
                    <a:pt x="0" y="6471"/>
                    <a:pt x="6471" y="0"/>
                    <a:pt x="14452" y="0"/>
                  </a:cubicBezTo>
                  <a:close/>
                </a:path>
              </a:pathLst>
            </a:custGeom>
            <a:solidFill>
              <a:srgbClr val="F4FFB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" name="Google Shape;172;p2"/>
            <p:cNvGrpSpPr/>
            <p:nvPr/>
          </p:nvGrpSpPr>
          <p:grpSpPr>
            <a:xfrm>
              <a:off x="1108925" y="1508975"/>
              <a:ext cx="9722004" cy="3544085"/>
              <a:chOff x="0" y="-28575"/>
              <a:chExt cx="2560511" cy="921547"/>
            </a:xfrm>
          </p:grpSpPr>
          <p:sp>
            <p:nvSpPr>
              <p:cNvPr id="173" name="Google Shape;173;p2"/>
              <p:cNvSpPr/>
              <p:nvPr/>
            </p:nvSpPr>
            <p:spPr>
              <a:xfrm>
                <a:off x="0" y="0"/>
                <a:ext cx="2560511" cy="892972"/>
              </a:xfrm>
              <a:custGeom>
                <a:avLst/>
                <a:gdLst/>
                <a:ahLst/>
                <a:cxnLst/>
                <a:rect l="l" t="t" r="r" b="b"/>
                <a:pathLst>
                  <a:path w="2560511" h="892972" extrusionOk="0">
                    <a:moveTo>
                      <a:pt x="0" y="0"/>
                    </a:moveTo>
                    <a:lnTo>
                      <a:pt x="2560511" y="0"/>
                    </a:lnTo>
                    <a:lnTo>
                      <a:pt x="2560511" y="892972"/>
                    </a:lnTo>
                    <a:lnTo>
                      <a:pt x="0" y="8929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4" name="Google Shape;174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275" tIns="41275" rIns="41275" bIns="41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5" name="Google Shape;175;p2"/>
            <p:cNvCxnSpPr/>
            <p:nvPr/>
          </p:nvCxnSpPr>
          <p:spPr>
            <a:xfrm>
              <a:off x="1028700" y="1583467"/>
              <a:ext cx="9884022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6" name="Google Shape;176;p2"/>
            <p:cNvGrpSpPr/>
            <p:nvPr/>
          </p:nvGrpSpPr>
          <p:grpSpPr>
            <a:xfrm>
              <a:off x="8624407" y="986772"/>
              <a:ext cx="1862761" cy="356827"/>
              <a:chOff x="8624407" y="986772"/>
              <a:chExt cx="1862761" cy="356827"/>
            </a:xfrm>
          </p:grpSpPr>
          <p:cxnSp>
            <p:nvCxnSpPr>
              <p:cNvPr id="177" name="Google Shape;177;p2"/>
              <p:cNvCxnSpPr/>
              <p:nvPr/>
            </p:nvCxnSpPr>
            <p:spPr>
              <a:xfrm>
                <a:off x="8624407" y="1168703"/>
                <a:ext cx="487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p2"/>
              <p:cNvCxnSpPr/>
              <p:nvPr/>
            </p:nvCxnSpPr>
            <p:spPr>
              <a:xfrm rot="2700000">
                <a:off x="10070961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2"/>
              <p:cNvCxnSpPr/>
              <p:nvPr/>
            </p:nvCxnSpPr>
            <p:spPr>
              <a:xfrm rot="8100000">
                <a:off x="10071078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180" name="Google Shape;180;p2"/>
              <p:cNvGrpSpPr/>
              <p:nvPr/>
            </p:nvGrpSpPr>
            <p:grpSpPr>
              <a:xfrm>
                <a:off x="9439750" y="986772"/>
                <a:ext cx="344708" cy="356827"/>
                <a:chOff x="0" y="-28575"/>
                <a:chExt cx="812800" cy="841375"/>
              </a:xfrm>
            </p:grpSpPr>
            <p:sp>
              <p:nvSpPr>
                <p:cNvPr id="181" name="Google Shape;181;p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0" y="0"/>
                      </a:moveTo>
                      <a:lnTo>
                        <a:pt x="812800" y="0"/>
                      </a:lnTo>
                      <a:lnTo>
                        <a:pt x="812800" y="812800"/>
                      </a:lnTo>
                      <a:lnTo>
                        <a:pt x="0" y="812800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AC74F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82" name="Google Shape;182;p2"/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1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3" name="Google Shape;183;p2"/>
          <p:cNvSpPr txBox="1"/>
          <p:nvPr/>
        </p:nvSpPr>
        <p:spPr>
          <a:xfrm>
            <a:off x="1454180" y="2270725"/>
            <a:ext cx="9033000" cy="22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 i="0" u="none" strike="noStrike" cap="none">
                <a:solidFill>
                  <a:srgbClr val="7EDFBE"/>
                </a:solidFill>
                <a:latin typeface="Josefin Sans"/>
                <a:ea typeface="Josefin Sans"/>
                <a:cs typeface="Josefin Sans"/>
                <a:sym typeface="Josefin Sans"/>
              </a:rPr>
              <a:t>How to Use This Presentation</a:t>
            </a:r>
          </a:p>
        </p:txBody>
      </p:sp>
      <p:grpSp>
        <p:nvGrpSpPr>
          <p:cNvPr id="184" name="Google Shape;184;p2"/>
          <p:cNvGrpSpPr/>
          <p:nvPr/>
        </p:nvGrpSpPr>
        <p:grpSpPr>
          <a:xfrm>
            <a:off x="796885" y="6155328"/>
            <a:ext cx="5141250" cy="3111309"/>
            <a:chOff x="0" y="38100"/>
            <a:chExt cx="6855000" cy="4148412"/>
          </a:xfrm>
        </p:grpSpPr>
        <p:sp>
          <p:nvSpPr>
            <p:cNvPr id="185" name="Google Shape;185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"Google Slides"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"Make a copy."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account.</a:t>
              </a:r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38100"/>
              <a:ext cx="6855000" cy="77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Slides</a:t>
              </a:r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6573349" y="6155328"/>
            <a:ext cx="5141301" cy="3111309"/>
            <a:chOff x="0" y="38100"/>
            <a:chExt cx="6855068" cy="4148412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"PowerPoint" button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Download and install the fonts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used in this presentation as</a:t>
              </a: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listed on the next page.</a:t>
              </a: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38100"/>
              <a:ext cx="6855068" cy="773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PowerPoint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37" name="Google Shape;237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4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4"/>
          <p:cNvGrpSpPr/>
          <p:nvPr/>
        </p:nvGrpSpPr>
        <p:grpSpPr>
          <a:xfrm>
            <a:off x="6344701" y="-1095171"/>
            <a:ext cx="12180666" cy="12074761"/>
            <a:chOff x="0" y="-28575"/>
            <a:chExt cx="3208077" cy="3180184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3208077" cy="3151609"/>
            </a:xfrm>
            <a:custGeom>
              <a:avLst/>
              <a:gdLst/>
              <a:ahLst/>
              <a:cxnLst/>
              <a:rect l="l" t="t" r="r" b="b"/>
              <a:pathLst>
                <a:path w="3208077" h="3151609" extrusionOk="0">
                  <a:moveTo>
                    <a:pt x="9534" y="0"/>
                  </a:moveTo>
                  <a:lnTo>
                    <a:pt x="3198543" y="0"/>
                  </a:lnTo>
                  <a:cubicBezTo>
                    <a:pt x="3203808" y="0"/>
                    <a:pt x="3208077" y="4268"/>
                    <a:pt x="3208077" y="9534"/>
                  </a:cubicBezTo>
                  <a:lnTo>
                    <a:pt x="3208077" y="3142075"/>
                  </a:lnTo>
                  <a:cubicBezTo>
                    <a:pt x="3208077" y="3147340"/>
                    <a:pt x="3203808" y="3151609"/>
                    <a:pt x="3198543" y="3151609"/>
                  </a:cubicBezTo>
                  <a:lnTo>
                    <a:pt x="9534" y="3151609"/>
                  </a:lnTo>
                  <a:cubicBezTo>
                    <a:pt x="4268" y="3151609"/>
                    <a:pt x="0" y="3147340"/>
                    <a:pt x="0" y="3142075"/>
                  </a:cubicBezTo>
                  <a:lnTo>
                    <a:pt x="0" y="9534"/>
                  </a:lnTo>
                  <a:cubicBezTo>
                    <a:pt x="0" y="4268"/>
                    <a:pt x="4268" y="0"/>
                    <a:pt x="9534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4"/>
          <p:cNvGrpSpPr/>
          <p:nvPr/>
        </p:nvGrpSpPr>
        <p:grpSpPr>
          <a:xfrm>
            <a:off x="7325825" y="-653076"/>
            <a:ext cx="11039872" cy="4878636"/>
            <a:chOff x="0" y="-28575"/>
            <a:chExt cx="2896312" cy="1269222"/>
          </a:xfrm>
        </p:grpSpPr>
        <p:sp>
          <p:nvSpPr>
            <p:cNvPr id="245" name="Google Shape;245;p4"/>
            <p:cNvSpPr/>
            <p:nvPr/>
          </p:nvSpPr>
          <p:spPr>
            <a:xfrm>
              <a:off x="0" y="0"/>
              <a:ext cx="2896312" cy="1240647"/>
            </a:xfrm>
            <a:custGeom>
              <a:avLst/>
              <a:gdLst/>
              <a:ahLst/>
              <a:cxnLst/>
              <a:rect l="l" t="t" r="r" b="b"/>
              <a:pathLst>
                <a:path w="2896312" h="1240647" extrusionOk="0">
                  <a:moveTo>
                    <a:pt x="0" y="0"/>
                  </a:moveTo>
                  <a:lnTo>
                    <a:pt x="2896312" y="0"/>
                  </a:lnTo>
                  <a:lnTo>
                    <a:pt x="2896312" y="1240647"/>
                  </a:lnTo>
                  <a:lnTo>
                    <a:pt x="0" y="1240647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" name="Google Shape;246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4"/>
          <p:cNvPicPr preferRelativeResize="0"/>
          <p:nvPr/>
        </p:nvPicPr>
        <p:blipFill rotWithShape="1">
          <a:blip r:embed="rId4"/>
          <a:srcRect t="21712" b="50056"/>
          <a:stretch>
            <a:fillRect/>
          </a:stretch>
        </p:blipFill>
        <p:spPr>
          <a:xfrm>
            <a:off x="7366241" y="-501948"/>
            <a:ext cx="11082925" cy="4693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4"/>
          <p:cNvGrpSpPr/>
          <p:nvPr/>
        </p:nvGrpSpPr>
        <p:grpSpPr>
          <a:xfrm>
            <a:off x="1374796" y="2254260"/>
            <a:ext cx="6159973" cy="4950231"/>
            <a:chOff x="0" y="-28575"/>
            <a:chExt cx="1622380" cy="1303764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1028700" y="731686"/>
            <a:ext cx="8448406" cy="8745420"/>
            <a:chOff x="1028700" y="731686"/>
            <a:chExt cx="8448406" cy="8745420"/>
          </a:xfrm>
        </p:grpSpPr>
        <p:grpSp>
          <p:nvGrpSpPr>
            <p:cNvPr id="252" name="Google Shape;252;p4"/>
            <p:cNvGrpSpPr/>
            <p:nvPr/>
          </p:nvGrpSpPr>
          <p:grpSpPr>
            <a:xfrm>
              <a:off x="1028700" y="731686"/>
              <a:ext cx="8448406" cy="8745420"/>
              <a:chOff x="0" y="-28575"/>
              <a:chExt cx="812800" cy="841375"/>
            </a:xfrm>
          </p:grpSpPr>
          <p:sp>
            <p:nvSpPr>
              <p:cNvPr id="253" name="Google Shape;253;p4"/>
              <p:cNvSpPr/>
              <p:nvPr/>
            </p:nvSpPr>
            <p:spPr>
              <a:xfrm>
                <a:off x="0" y="0"/>
                <a:ext cx="661273" cy="635744"/>
              </a:xfrm>
              <a:custGeom>
                <a:avLst/>
                <a:gdLst/>
                <a:ahLst/>
                <a:cxnLst/>
                <a:rect l="l" t="t" r="r" b="b"/>
                <a:pathLst>
                  <a:path w="661273" h="635744" extrusionOk="0">
                    <a:moveTo>
                      <a:pt x="16895" y="0"/>
                    </a:moveTo>
                    <a:lnTo>
                      <a:pt x="644378" y="0"/>
                    </a:lnTo>
                    <a:cubicBezTo>
                      <a:pt x="653709" y="0"/>
                      <a:pt x="661273" y="7564"/>
                      <a:pt x="661273" y="16895"/>
                    </a:cubicBezTo>
                    <a:lnTo>
                      <a:pt x="661273" y="618849"/>
                    </a:lnTo>
                    <a:cubicBezTo>
                      <a:pt x="661273" y="628180"/>
                      <a:pt x="653709" y="635744"/>
                      <a:pt x="644378" y="635744"/>
                    </a:cubicBezTo>
                    <a:lnTo>
                      <a:pt x="16895" y="635744"/>
                    </a:lnTo>
                    <a:cubicBezTo>
                      <a:pt x="7564" y="635744"/>
                      <a:pt x="0" y="628180"/>
                      <a:pt x="0" y="618849"/>
                    </a:cubicBezTo>
                    <a:lnTo>
                      <a:pt x="0" y="16895"/>
                    </a:lnTo>
                    <a:cubicBezTo>
                      <a:pt x="0" y="7564"/>
                      <a:pt x="7564" y="0"/>
                      <a:pt x="16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4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5" name="Google Shape;255;p4"/>
            <p:cNvCxnSpPr/>
            <p:nvPr/>
          </p:nvCxnSpPr>
          <p:spPr>
            <a:xfrm>
              <a:off x="1028700" y="1973908"/>
              <a:ext cx="687336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6" name="Google Shape;256;p4"/>
            <p:cNvGrpSpPr/>
            <p:nvPr/>
          </p:nvGrpSpPr>
          <p:grpSpPr>
            <a:xfrm>
              <a:off x="1375889" y="1255113"/>
              <a:ext cx="487850" cy="490037"/>
              <a:chOff x="1813" y="0"/>
              <a:chExt cx="809173" cy="812800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2018595" y="1255113"/>
              <a:ext cx="487850" cy="490037"/>
              <a:chOff x="1813" y="0"/>
              <a:chExt cx="809173" cy="812800"/>
            </a:xfrm>
          </p:grpSpPr>
          <p:sp>
            <p:nvSpPr>
              <p:cNvPr id="260" name="Google Shape;260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4"/>
            <p:cNvGrpSpPr/>
            <p:nvPr/>
          </p:nvGrpSpPr>
          <p:grpSpPr>
            <a:xfrm>
              <a:off x="2661300" y="1255113"/>
              <a:ext cx="487850" cy="490037"/>
              <a:chOff x="1813" y="0"/>
              <a:chExt cx="809173" cy="812800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65" name="Google Shape;265;p4"/>
          <p:cNvPicPr preferRelativeResize="0"/>
          <p:nvPr/>
        </p:nvPicPr>
        <p:blipFill rotWithShape="1">
          <a:blip r:embed="rId5"/>
          <a:srcRect t="51" b="47933"/>
          <a:stretch>
            <a:fillRect/>
          </a:stretch>
        </p:blipFill>
        <p:spPr>
          <a:xfrm>
            <a:off x="1451796" y="2437056"/>
            <a:ext cx="6015234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4"/>
          <p:cNvGrpSpPr/>
          <p:nvPr/>
        </p:nvGrpSpPr>
        <p:grpSpPr>
          <a:xfrm>
            <a:off x="8470615" y="8644403"/>
            <a:ext cx="9026578" cy="826023"/>
            <a:chOff x="8470615" y="8644403"/>
            <a:chExt cx="9026578" cy="826023"/>
          </a:xfrm>
        </p:grpSpPr>
        <p:sp>
          <p:nvSpPr>
            <p:cNvPr id="267" name="Google Shape;267;p4"/>
            <p:cNvSpPr/>
            <p:nvPr/>
          </p:nvSpPr>
          <p:spPr>
            <a:xfrm>
              <a:off x="8470615" y="8644403"/>
              <a:ext cx="9026578" cy="826023"/>
            </a:xfrm>
            <a:custGeom>
              <a:avLst/>
              <a:gdLst/>
              <a:ahLst/>
              <a:cxnLst/>
              <a:rect l="l" t="t" r="r" b="b"/>
              <a:pathLst>
                <a:path w="2377370" h="217553" extrusionOk="0">
                  <a:moveTo>
                    <a:pt x="18011" y="0"/>
                  </a:moveTo>
                  <a:lnTo>
                    <a:pt x="2359359" y="0"/>
                  </a:lnTo>
                  <a:cubicBezTo>
                    <a:pt x="2369307" y="0"/>
                    <a:pt x="2377370" y="8064"/>
                    <a:pt x="2377370" y="18011"/>
                  </a:cubicBezTo>
                  <a:lnTo>
                    <a:pt x="2377370" y="199542"/>
                  </a:lnTo>
                  <a:cubicBezTo>
                    <a:pt x="2377370" y="209489"/>
                    <a:pt x="2369307" y="217553"/>
                    <a:pt x="2359359" y="217553"/>
                  </a:cubicBezTo>
                  <a:lnTo>
                    <a:pt x="18011" y="217553"/>
                  </a:lnTo>
                  <a:cubicBezTo>
                    <a:pt x="8064" y="217553"/>
                    <a:pt x="0" y="209489"/>
                    <a:pt x="0" y="199542"/>
                  </a:cubicBezTo>
                  <a:lnTo>
                    <a:pt x="0" y="18011"/>
                  </a:lnTo>
                  <a:cubicBezTo>
                    <a:pt x="0" y="8064"/>
                    <a:pt x="8064" y="0"/>
                    <a:pt x="18011" y="0"/>
                  </a:cubicBezTo>
                  <a:close/>
                </a:path>
              </a:pathLst>
            </a:custGeom>
            <a:solidFill>
              <a:srgbClr val="FFDAF3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8708507" y="8826532"/>
              <a:ext cx="855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Follow us at @reallygreatsite to learn more. </a:t>
              </a: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8377872" y="4874919"/>
            <a:ext cx="9402563" cy="2695882"/>
            <a:chOff x="0" y="123825"/>
            <a:chExt cx="12536751" cy="3594508"/>
          </a:xfrm>
        </p:grpSpPr>
        <p:sp>
          <p:nvSpPr>
            <p:cNvPr id="270" name="Google Shape;270;p4"/>
            <p:cNvSpPr txBox="1"/>
            <p:nvPr/>
          </p:nvSpPr>
          <p:spPr>
            <a:xfrm>
              <a:off x="0" y="123825"/>
              <a:ext cx="12536751" cy="2113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35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Hello there!</a:t>
              </a:r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2437336" y="2392933"/>
              <a:ext cx="7662000" cy="132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I'm Rain, and I'll be sharing</a:t>
              </a:r>
            </a:p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with you our business plan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6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17" name="Google Shape;317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6"/>
          <p:cNvGrpSpPr/>
          <p:nvPr/>
        </p:nvGrpSpPr>
        <p:grpSpPr>
          <a:xfrm>
            <a:off x="905364" y="-840330"/>
            <a:ext cx="16477272" cy="10612682"/>
            <a:chOff x="0" y="-28575"/>
            <a:chExt cx="2706708" cy="1743336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2706708" cy="1714761"/>
            </a:xfrm>
            <a:custGeom>
              <a:avLst/>
              <a:gdLst/>
              <a:ahLst/>
              <a:cxnLst/>
              <a:rect l="l" t="t" r="r" b="b"/>
              <a:pathLst>
                <a:path w="2706708" h="1714761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707714"/>
                  </a:lnTo>
                  <a:cubicBezTo>
                    <a:pt x="2706708" y="1711606"/>
                    <a:pt x="2703552" y="1714761"/>
                    <a:pt x="2699660" y="1714761"/>
                  </a:cubicBezTo>
                  <a:lnTo>
                    <a:pt x="7048" y="1714761"/>
                  </a:lnTo>
                  <a:cubicBezTo>
                    <a:pt x="3155" y="1714761"/>
                    <a:pt x="0" y="1711606"/>
                    <a:pt x="0" y="1707714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1813367" y="1354123"/>
            <a:ext cx="6397729" cy="6397729"/>
            <a:chOff x="0" y="0"/>
            <a:chExt cx="8530305" cy="8530305"/>
          </a:xfrm>
        </p:grpSpPr>
        <p:grpSp>
          <p:nvGrpSpPr>
            <p:cNvPr id="325" name="Google Shape;325;p6"/>
            <p:cNvGrpSpPr/>
            <p:nvPr/>
          </p:nvGrpSpPr>
          <p:grpSpPr>
            <a:xfrm>
              <a:off x="0" y="0"/>
              <a:ext cx="8530305" cy="8530305"/>
              <a:chOff x="0" y="0"/>
              <a:chExt cx="812800" cy="812800"/>
            </a:xfrm>
          </p:grpSpPr>
          <p:sp>
            <p:nvSpPr>
              <p:cNvPr id="326" name="Google Shape;32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6"/>
            <p:cNvGrpSpPr/>
            <p:nvPr/>
          </p:nvGrpSpPr>
          <p:grpSpPr>
            <a:xfrm>
              <a:off x="402162" y="402162"/>
              <a:ext cx="7725982" cy="7725982"/>
              <a:chOff x="0" y="0"/>
              <a:chExt cx="812800" cy="812800"/>
            </a:xfrm>
          </p:grpSpPr>
          <p:sp>
            <p:nvSpPr>
              <p:cNvPr id="329" name="Google Shape;32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6"/>
            <p:cNvSpPr txBox="1"/>
            <p:nvPr/>
          </p:nvSpPr>
          <p:spPr>
            <a:xfrm>
              <a:off x="881481" y="2793226"/>
              <a:ext cx="67851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 i="0" u="none" strike="noStrike" cap="none" dirty="0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Write the company's unique value proposition.</a:t>
              </a: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9185700" y="-40575"/>
            <a:ext cx="7535385" cy="6532003"/>
          </a:xfrm>
          <a:custGeom>
            <a:avLst/>
            <a:gdLst/>
            <a:ahLst/>
            <a:cxnLst/>
            <a:rect l="l" t="t" r="r" b="b"/>
            <a:pathLst>
              <a:path w="2811711" h="2476589" extrusionOk="0">
                <a:moveTo>
                  <a:pt x="0" y="0"/>
                </a:moveTo>
                <a:lnTo>
                  <a:pt x="2811711" y="0"/>
                </a:lnTo>
                <a:lnTo>
                  <a:pt x="2811711" y="2476589"/>
                </a:lnTo>
                <a:lnTo>
                  <a:pt x="0" y="24765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33" name="Google Shape;333;p6"/>
          <p:cNvPicPr preferRelativeResize="0"/>
          <p:nvPr/>
        </p:nvPicPr>
        <p:blipFill rotWithShape="1">
          <a:blip r:embed="rId4"/>
          <a:srcRect l="25636" r="9390"/>
          <a:stretch>
            <a:fillRect/>
          </a:stretch>
        </p:blipFill>
        <p:spPr>
          <a:xfrm>
            <a:off x="9224222" y="0"/>
            <a:ext cx="7457429" cy="6456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 rot="-1800674">
            <a:off x="131567" y="6996989"/>
            <a:ext cx="1911427" cy="1911427"/>
            <a:chOff x="0" y="0"/>
            <a:chExt cx="2548569" cy="2548569"/>
          </a:xfrm>
        </p:grpSpPr>
        <p:grpSp>
          <p:nvGrpSpPr>
            <p:cNvPr id="335" name="Google Shape;335;p6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336" name="Google Shape;33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6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339" name="Google Shape;339;p6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6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1" name="Google Shape;341;p6"/>
          <p:cNvSpPr txBox="1"/>
          <p:nvPr/>
        </p:nvSpPr>
        <p:spPr>
          <a:xfrm>
            <a:off x="9224222" y="7223068"/>
            <a:ext cx="7457400" cy="15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Turn an unaware visitor into an interested customer by expounding on your company’s compelling, unique value proposition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8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08" name="Google Shape;408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8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8"/>
          <p:cNvGrpSpPr/>
          <p:nvPr/>
        </p:nvGrpSpPr>
        <p:grpSpPr>
          <a:xfrm>
            <a:off x="905364" y="2723019"/>
            <a:ext cx="5005040" cy="6619715"/>
            <a:chOff x="0" y="0"/>
            <a:chExt cx="6673387" cy="8826287"/>
          </a:xfrm>
        </p:grpSpPr>
        <p:grpSp>
          <p:nvGrpSpPr>
            <p:cNvPr id="413" name="Google Shape;41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14" name="Google Shape;41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17" name="Google Shape;41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2" name="Google Shape;422;p8"/>
          <p:cNvGrpSpPr/>
          <p:nvPr/>
        </p:nvGrpSpPr>
        <p:grpSpPr>
          <a:xfrm>
            <a:off x="6641480" y="2723019"/>
            <a:ext cx="5005040" cy="6619715"/>
            <a:chOff x="0" y="0"/>
            <a:chExt cx="6673387" cy="8826287"/>
          </a:xfrm>
        </p:grpSpPr>
        <p:grpSp>
          <p:nvGrpSpPr>
            <p:cNvPr id="423" name="Google Shape;42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24" name="Google Shape;42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2" name="Google Shape;432;p8"/>
          <p:cNvSpPr txBox="1"/>
          <p:nvPr/>
        </p:nvSpPr>
        <p:spPr>
          <a:xfrm>
            <a:off x="7325963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33" name="Google Shape;433;p8"/>
          <p:cNvSpPr txBox="1"/>
          <p:nvPr/>
        </p:nvSpPr>
        <p:spPr>
          <a:xfrm>
            <a:off x="6840433" y="4235000"/>
            <a:ext cx="4483797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Quality</a:t>
            </a:r>
          </a:p>
        </p:txBody>
      </p:sp>
      <p:grpSp>
        <p:nvGrpSpPr>
          <p:cNvPr id="434" name="Google Shape;434;p8"/>
          <p:cNvGrpSpPr/>
          <p:nvPr/>
        </p:nvGrpSpPr>
        <p:grpSpPr>
          <a:xfrm>
            <a:off x="12379945" y="2723019"/>
            <a:ext cx="5005040" cy="6619715"/>
            <a:chOff x="0" y="0"/>
            <a:chExt cx="6673387" cy="8826287"/>
          </a:xfrm>
        </p:grpSpPr>
        <p:grpSp>
          <p:nvGrpSpPr>
            <p:cNvPr id="435" name="Google Shape;435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39" name="Google Shape;43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42" name="Google Shape;442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" name="Google Shape;444;p8"/>
          <p:cNvSpPr txBox="1"/>
          <p:nvPr/>
        </p:nvSpPr>
        <p:spPr>
          <a:xfrm>
            <a:off x="13064428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45" name="Google Shape;445;p8"/>
          <p:cNvSpPr txBox="1"/>
          <p:nvPr/>
        </p:nvSpPr>
        <p:spPr>
          <a:xfrm>
            <a:off x="12579970" y="4235000"/>
            <a:ext cx="4481654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Effective</a:t>
            </a:r>
          </a:p>
        </p:txBody>
      </p:sp>
      <p:pic>
        <p:nvPicPr>
          <p:cNvPr id="446" name="Google Shape;446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13177" y="5515751"/>
            <a:ext cx="1466078" cy="103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91474" y="5370825"/>
            <a:ext cx="1324103" cy="132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912053" y="5448865"/>
            <a:ext cx="1940825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3405535" y="1061748"/>
            <a:ext cx="11476931" cy="113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UNFAIR ADVANTAGE</a:t>
            </a:r>
          </a:p>
        </p:txBody>
      </p:sp>
      <p:sp>
        <p:nvSpPr>
          <p:cNvPr id="450" name="Google Shape;450;p8"/>
          <p:cNvSpPr txBox="1"/>
          <p:nvPr/>
        </p:nvSpPr>
        <p:spPr>
          <a:xfrm>
            <a:off x="1589847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</a:p>
        </p:txBody>
      </p:sp>
      <p:sp>
        <p:nvSpPr>
          <p:cNvPr id="451" name="Google Shape;451;p8"/>
          <p:cNvSpPr txBox="1"/>
          <p:nvPr/>
        </p:nvSpPr>
        <p:spPr>
          <a:xfrm>
            <a:off x="984402" y="4235000"/>
            <a:ext cx="4723628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Cheap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9"/>
          <p:cNvGrpSpPr/>
          <p:nvPr/>
        </p:nvGrpSpPr>
        <p:grpSpPr>
          <a:xfrm>
            <a:off x="-384373" y="-2881614"/>
            <a:ext cx="18743683" cy="18738744"/>
            <a:chOff x="0" y="0"/>
            <a:chExt cx="24991578" cy="24984992"/>
          </a:xfrm>
        </p:grpSpPr>
        <p:pic>
          <p:nvPicPr>
            <p:cNvPr id="457" name="Google Shape;457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9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9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62" name="Google Shape;462;p9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63" name="Google Shape;463;p9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8801" y="0"/>
                    </a:moveTo>
                    <a:lnTo>
                      <a:pt x="2877213" y="0"/>
                    </a:lnTo>
                    <a:cubicBezTo>
                      <a:pt x="2879547" y="0"/>
                      <a:pt x="2881786" y="927"/>
                      <a:pt x="2883436" y="2578"/>
                    </a:cubicBezTo>
                    <a:cubicBezTo>
                      <a:pt x="2885087" y="4228"/>
                      <a:pt x="2886014" y="6467"/>
                      <a:pt x="2886014" y="8801"/>
                    </a:cubicBezTo>
                    <a:lnTo>
                      <a:pt x="2886014" y="1531414"/>
                    </a:lnTo>
                    <a:cubicBezTo>
                      <a:pt x="2886014" y="1533748"/>
                      <a:pt x="2885087" y="1535987"/>
                      <a:pt x="2883436" y="1537637"/>
                    </a:cubicBezTo>
                    <a:cubicBezTo>
                      <a:pt x="2881786" y="1539288"/>
                      <a:pt x="2879547" y="1540215"/>
                      <a:pt x="2877213" y="1540215"/>
                    </a:cubicBezTo>
                    <a:lnTo>
                      <a:pt x="8801" y="1540215"/>
                    </a:lnTo>
                    <a:cubicBezTo>
                      <a:pt x="6467" y="1540215"/>
                      <a:pt x="4228" y="1539288"/>
                      <a:pt x="2578" y="1537637"/>
                    </a:cubicBezTo>
                    <a:cubicBezTo>
                      <a:pt x="927" y="1535987"/>
                      <a:pt x="0" y="1533748"/>
                      <a:pt x="0" y="1531414"/>
                    </a:cubicBezTo>
                    <a:lnTo>
                      <a:pt x="0" y="8801"/>
                    </a:lnTo>
                    <a:cubicBezTo>
                      <a:pt x="0" y="6467"/>
                      <a:pt x="927" y="4228"/>
                      <a:pt x="2578" y="2578"/>
                    </a:cubicBezTo>
                    <a:cubicBezTo>
                      <a:pt x="4228" y="927"/>
                      <a:pt x="6467" y="0"/>
                      <a:pt x="8801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9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625" tIns="59625" rIns="59625" bIns="59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5" name="Google Shape;465;p9"/>
            <p:cNvCxnSpPr/>
            <p:nvPr/>
          </p:nvCxnSpPr>
          <p:spPr>
            <a:xfrm>
              <a:off x="35259" y="1544349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6" name="Google Shape;466;p9"/>
            <p:cNvCxnSpPr/>
            <p:nvPr/>
          </p:nvCxnSpPr>
          <p:spPr>
            <a:xfrm rot="5400000">
              <a:off x="16038585" y="6487744"/>
              <a:ext cx="998839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9"/>
            <p:cNvCxnSpPr/>
            <p:nvPr/>
          </p:nvCxnSpPr>
          <p:spPr>
            <a:xfrm>
              <a:off x="18428714" y="778457"/>
              <a:ext cx="65019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8" name="Google Shape;468;p9"/>
            <p:cNvCxnSpPr/>
            <p:nvPr/>
          </p:nvCxnSpPr>
          <p:spPr>
            <a:xfrm rot="2700000">
              <a:off x="20379024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9" name="Google Shape;469;p9"/>
            <p:cNvCxnSpPr/>
            <p:nvPr/>
          </p:nvCxnSpPr>
          <p:spPr>
            <a:xfrm rot="8100000">
              <a:off x="20378880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0" name="Google Shape;470;p9"/>
            <p:cNvSpPr/>
            <p:nvPr/>
          </p:nvSpPr>
          <p:spPr>
            <a:xfrm>
              <a:off x="19515652" y="555008"/>
              <a:ext cx="459232" cy="459232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71" name="Google Shape;471;p9"/>
            <p:cNvSpPr/>
            <p:nvPr/>
          </p:nvSpPr>
          <p:spPr>
            <a:xfrm>
              <a:off x="21232535" y="1802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2" name="Google Shape;472;p9"/>
          <p:cNvSpPr txBox="1"/>
          <p:nvPr/>
        </p:nvSpPr>
        <p:spPr>
          <a:xfrm>
            <a:off x="5768916" y="908143"/>
            <a:ext cx="6437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CHANNELS</a:t>
            </a:r>
          </a:p>
        </p:txBody>
      </p:sp>
      <p:grpSp>
        <p:nvGrpSpPr>
          <p:cNvPr id="473" name="Google Shape;473;p9"/>
          <p:cNvGrpSpPr/>
          <p:nvPr/>
        </p:nvGrpSpPr>
        <p:grpSpPr>
          <a:xfrm>
            <a:off x="11461566" y="6006468"/>
            <a:ext cx="4959439" cy="2410493"/>
            <a:chOff x="0" y="0"/>
            <a:chExt cx="6612586" cy="3213991"/>
          </a:xfrm>
        </p:grpSpPr>
        <p:sp>
          <p:nvSpPr>
            <p:cNvPr id="474" name="Google Shape;474;p9"/>
            <p:cNvSpPr/>
            <p:nvPr/>
          </p:nvSpPr>
          <p:spPr>
            <a:xfrm>
              <a:off x="0" y="0"/>
              <a:ext cx="6612586" cy="3213991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76" name="Google Shape;476;p9"/>
            <p:cNvSpPr txBox="1"/>
            <p:nvPr/>
          </p:nvSpPr>
          <p:spPr>
            <a:xfrm>
              <a:off x="51823" y="787017"/>
              <a:ext cx="6508939" cy="670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3</a:t>
              </a:r>
            </a:p>
          </p:txBody>
        </p:sp>
      </p:grpSp>
      <p:grpSp>
        <p:nvGrpSpPr>
          <p:cNvPr id="477" name="Google Shape;477;p9"/>
          <p:cNvGrpSpPr/>
          <p:nvPr/>
        </p:nvGrpSpPr>
        <p:grpSpPr>
          <a:xfrm>
            <a:off x="6677502" y="2679352"/>
            <a:ext cx="4959464" cy="2410507"/>
            <a:chOff x="0" y="0"/>
            <a:chExt cx="6612619" cy="3214009"/>
          </a:xfrm>
        </p:grpSpPr>
        <p:sp>
          <p:nvSpPr>
            <p:cNvPr id="478" name="Google Shape;478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0" name="Google Shape;480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2</a:t>
              </a:r>
            </a:p>
          </p:txBody>
        </p:sp>
      </p:grpSp>
      <p:grpSp>
        <p:nvGrpSpPr>
          <p:cNvPr id="481" name="Google Shape;481;p9"/>
          <p:cNvGrpSpPr/>
          <p:nvPr/>
        </p:nvGrpSpPr>
        <p:grpSpPr>
          <a:xfrm>
            <a:off x="1866995" y="6118373"/>
            <a:ext cx="4959464" cy="2410507"/>
            <a:chOff x="0" y="0"/>
            <a:chExt cx="6612619" cy="3214009"/>
          </a:xfrm>
        </p:grpSpPr>
        <p:sp>
          <p:nvSpPr>
            <p:cNvPr id="482" name="Google Shape;482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</a:p>
          </p:txBody>
        </p:sp>
        <p:sp>
          <p:nvSpPr>
            <p:cNvPr id="484" name="Google Shape;484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1</a:t>
              </a:r>
            </a:p>
          </p:txBody>
        </p:sp>
      </p:grpSp>
      <p:pic>
        <p:nvPicPr>
          <p:cNvPr id="485" name="Google Shape;485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208368" y="2983048"/>
            <a:ext cx="1887715" cy="17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9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455322" y="6179651"/>
            <a:ext cx="1377350" cy="20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9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3193000" y="3031725"/>
            <a:ext cx="2145200" cy="22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93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0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93" name="Google Shape;493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1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7" name="Google Shape;497;p10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98" name="Google Shape;498;p10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99" name="Google Shape;499;p10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7155" y="0"/>
                    </a:moveTo>
                    <a:lnTo>
                      <a:pt x="2878859" y="0"/>
                    </a:lnTo>
                    <a:cubicBezTo>
                      <a:pt x="2880757" y="0"/>
                      <a:pt x="2882577" y="754"/>
                      <a:pt x="2883918" y="2096"/>
                    </a:cubicBezTo>
                    <a:cubicBezTo>
                      <a:pt x="2885260" y="3437"/>
                      <a:pt x="2886014" y="5257"/>
                      <a:pt x="2886014" y="7155"/>
                    </a:cubicBezTo>
                    <a:lnTo>
                      <a:pt x="2886014" y="1533060"/>
                    </a:lnTo>
                    <a:cubicBezTo>
                      <a:pt x="2886014" y="1537012"/>
                      <a:pt x="2882811" y="1540215"/>
                      <a:pt x="2878859" y="1540215"/>
                    </a:cubicBezTo>
                    <a:lnTo>
                      <a:pt x="7155" y="1540215"/>
                    </a:lnTo>
                    <a:cubicBezTo>
                      <a:pt x="5257" y="1540215"/>
                      <a:pt x="3437" y="1539461"/>
                      <a:pt x="2096" y="1538120"/>
                    </a:cubicBezTo>
                    <a:cubicBezTo>
                      <a:pt x="754" y="1536778"/>
                      <a:pt x="0" y="1534958"/>
                      <a:pt x="0" y="1533060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0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01" name="Google Shape;501;p10"/>
            <p:cNvCxnSpPr/>
            <p:nvPr/>
          </p:nvCxnSpPr>
          <p:spPr>
            <a:xfrm>
              <a:off x="35259" y="885822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2" name="Google Shape;502;p10"/>
            <p:cNvCxnSpPr/>
            <p:nvPr/>
          </p:nvCxnSpPr>
          <p:spPr>
            <a:xfrm rot="5400000">
              <a:off x="15726433" y="6179469"/>
              <a:ext cx="1061269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3" name="Google Shape;503;p10"/>
            <p:cNvCxnSpPr/>
            <p:nvPr/>
          </p:nvCxnSpPr>
          <p:spPr>
            <a:xfrm>
              <a:off x="19140474" y="440818"/>
              <a:ext cx="5286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4" name="Google Shape;504;p10"/>
            <p:cNvCxnSpPr/>
            <p:nvPr/>
          </p:nvCxnSpPr>
          <p:spPr>
            <a:xfrm rot="2700000">
              <a:off x="20621882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10"/>
            <p:cNvCxnSpPr/>
            <p:nvPr/>
          </p:nvCxnSpPr>
          <p:spPr>
            <a:xfrm rot="8100000">
              <a:off x="20621843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6" name="Google Shape;506;p10"/>
            <p:cNvSpPr/>
            <p:nvPr/>
          </p:nvSpPr>
          <p:spPr>
            <a:xfrm>
              <a:off x="19994837" y="243427"/>
              <a:ext cx="373888" cy="373888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07" name="Google Shape;507;p10"/>
            <p:cNvSpPr/>
            <p:nvPr/>
          </p:nvSpPr>
          <p:spPr>
            <a:xfrm>
              <a:off x="21232535" y="1167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2009615" y="2296394"/>
            <a:ext cx="5587597" cy="6423934"/>
            <a:chOff x="0" y="-28575"/>
            <a:chExt cx="1111557" cy="1277932"/>
          </a:xfrm>
        </p:grpSpPr>
        <p:sp>
          <p:nvSpPr>
            <p:cNvPr id="509" name="Google Shape;509;p10"/>
            <p:cNvSpPr/>
            <p:nvPr/>
          </p:nvSpPr>
          <p:spPr>
            <a:xfrm>
              <a:off x="0" y="0"/>
              <a:ext cx="1111557" cy="1249357"/>
            </a:xfrm>
            <a:custGeom>
              <a:avLst/>
              <a:gdLst/>
              <a:ahLst/>
              <a:cxnLst/>
              <a:rect l="l" t="t" r="r" b="b"/>
              <a:pathLst>
                <a:path w="1111557" h="1249357" extrusionOk="0">
                  <a:moveTo>
                    <a:pt x="29097" y="0"/>
                  </a:moveTo>
                  <a:lnTo>
                    <a:pt x="1082460" y="0"/>
                  </a:lnTo>
                  <a:cubicBezTo>
                    <a:pt x="1098530" y="0"/>
                    <a:pt x="1111557" y="13027"/>
                    <a:pt x="1111557" y="29097"/>
                  </a:cubicBezTo>
                  <a:lnTo>
                    <a:pt x="1111557" y="1220260"/>
                  </a:lnTo>
                  <a:cubicBezTo>
                    <a:pt x="1111557" y="1236330"/>
                    <a:pt x="1098530" y="1249357"/>
                    <a:pt x="1082460" y="1249357"/>
                  </a:cubicBezTo>
                  <a:lnTo>
                    <a:pt x="29097" y="1249357"/>
                  </a:lnTo>
                  <a:cubicBezTo>
                    <a:pt x="21380" y="1249357"/>
                    <a:pt x="13979" y="1246291"/>
                    <a:pt x="8522" y="1240835"/>
                  </a:cubicBezTo>
                  <a:cubicBezTo>
                    <a:pt x="3066" y="1235378"/>
                    <a:pt x="0" y="1227977"/>
                    <a:pt x="0" y="1220260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solidFill>
              <a:srgbClr val="FFF1FA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8193047" y="2296394"/>
            <a:ext cx="8085338" cy="6423934"/>
            <a:chOff x="0" y="-28575"/>
            <a:chExt cx="1608440" cy="1277932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1608440" cy="1249357"/>
            </a:xfrm>
            <a:custGeom>
              <a:avLst/>
              <a:gdLst/>
              <a:ahLst/>
              <a:cxnLst/>
              <a:rect l="l" t="t" r="r" b="b"/>
              <a:pathLst>
                <a:path w="1608440" h="1249357" extrusionOk="0">
                  <a:moveTo>
                    <a:pt x="20108" y="0"/>
                  </a:moveTo>
                  <a:lnTo>
                    <a:pt x="1588332" y="0"/>
                  </a:lnTo>
                  <a:cubicBezTo>
                    <a:pt x="1593665" y="0"/>
                    <a:pt x="1598779" y="2119"/>
                    <a:pt x="1602550" y="5890"/>
                  </a:cubicBezTo>
                  <a:cubicBezTo>
                    <a:pt x="1606321" y="9660"/>
                    <a:pt x="1608440" y="14775"/>
                    <a:pt x="1608440" y="20108"/>
                  </a:cubicBezTo>
                  <a:lnTo>
                    <a:pt x="1608440" y="1229249"/>
                  </a:lnTo>
                  <a:cubicBezTo>
                    <a:pt x="1608440" y="1234582"/>
                    <a:pt x="1606321" y="1239697"/>
                    <a:pt x="1602550" y="1243468"/>
                  </a:cubicBezTo>
                  <a:cubicBezTo>
                    <a:pt x="1598779" y="1247239"/>
                    <a:pt x="1593665" y="1249357"/>
                    <a:pt x="1588332" y="1249357"/>
                  </a:cubicBezTo>
                  <a:lnTo>
                    <a:pt x="20108" y="1249357"/>
                  </a:lnTo>
                  <a:cubicBezTo>
                    <a:pt x="14775" y="1249357"/>
                    <a:pt x="9660" y="1247239"/>
                    <a:pt x="5890" y="1243468"/>
                  </a:cubicBezTo>
                  <a:cubicBezTo>
                    <a:pt x="2119" y="1239697"/>
                    <a:pt x="0" y="1234582"/>
                    <a:pt x="0" y="1229249"/>
                  </a:cubicBezTo>
                  <a:lnTo>
                    <a:pt x="0" y="20108"/>
                  </a:lnTo>
                  <a:cubicBezTo>
                    <a:pt x="0" y="14775"/>
                    <a:pt x="2119" y="9660"/>
                    <a:pt x="5890" y="5890"/>
                  </a:cubicBezTo>
                  <a:cubicBezTo>
                    <a:pt x="9660" y="2119"/>
                    <a:pt x="14775" y="0"/>
                    <a:pt x="20108" y="0"/>
                  </a:cubicBezTo>
                  <a:close/>
                </a:path>
              </a:pathLst>
            </a:custGeom>
            <a:solidFill>
              <a:srgbClr val="E1CB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4" name="Google Shape;514;p10"/>
          <p:cNvPicPr preferRelativeResize="0"/>
          <p:nvPr/>
        </p:nvPicPr>
        <p:blipFill rotWithShape="1">
          <a:blip r:embed="rId4"/>
          <a:srcRect l="6384" r="6385"/>
          <a:stretch>
            <a:fillRect/>
          </a:stretch>
        </p:blipFill>
        <p:spPr>
          <a:xfrm>
            <a:off x="8631530" y="2825588"/>
            <a:ext cx="7208373" cy="5509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10"/>
          <p:cNvGrpSpPr/>
          <p:nvPr/>
        </p:nvGrpSpPr>
        <p:grpSpPr>
          <a:xfrm>
            <a:off x="3975403" y="3017811"/>
            <a:ext cx="1656019" cy="1714238"/>
            <a:chOff x="0" y="-28575"/>
            <a:chExt cx="812800" cy="841375"/>
          </a:xfrm>
        </p:grpSpPr>
        <p:sp>
          <p:nvSpPr>
            <p:cNvPr id="516" name="Google Shape;51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02850" y="0"/>
                  </a:moveTo>
                  <a:lnTo>
                    <a:pt x="709950" y="0"/>
                  </a:lnTo>
                  <a:cubicBezTo>
                    <a:pt x="737227" y="0"/>
                    <a:pt x="763388" y="10836"/>
                    <a:pt x="782676" y="30124"/>
                  </a:cubicBezTo>
                  <a:cubicBezTo>
                    <a:pt x="801964" y="49412"/>
                    <a:pt x="812800" y="75573"/>
                    <a:pt x="812800" y="102850"/>
                  </a:cubicBezTo>
                  <a:lnTo>
                    <a:pt x="812800" y="709950"/>
                  </a:lnTo>
                  <a:cubicBezTo>
                    <a:pt x="812800" y="737227"/>
                    <a:pt x="801964" y="763388"/>
                    <a:pt x="782676" y="782676"/>
                  </a:cubicBezTo>
                  <a:cubicBezTo>
                    <a:pt x="763388" y="801964"/>
                    <a:pt x="737227" y="812800"/>
                    <a:pt x="709950" y="812800"/>
                  </a:cubicBezTo>
                  <a:lnTo>
                    <a:pt x="102850" y="812800"/>
                  </a:lnTo>
                  <a:cubicBezTo>
                    <a:pt x="75573" y="812800"/>
                    <a:pt x="49412" y="801964"/>
                    <a:pt x="30124" y="782676"/>
                  </a:cubicBezTo>
                  <a:cubicBezTo>
                    <a:pt x="10836" y="763388"/>
                    <a:pt x="0" y="737227"/>
                    <a:pt x="0" y="709950"/>
                  </a:cubicBezTo>
                  <a:lnTo>
                    <a:pt x="0" y="102850"/>
                  </a:lnTo>
                  <a:cubicBezTo>
                    <a:pt x="0" y="75573"/>
                    <a:pt x="10836" y="49412"/>
                    <a:pt x="30124" y="30124"/>
                  </a:cubicBezTo>
                  <a:cubicBezTo>
                    <a:pt x="49412" y="10836"/>
                    <a:pt x="75573" y="0"/>
                    <a:pt x="102850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10"/>
          <p:cNvSpPr txBox="1"/>
          <p:nvPr/>
        </p:nvSpPr>
        <p:spPr>
          <a:xfrm>
            <a:off x="2359745" y="5045970"/>
            <a:ext cx="4887300" cy="3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Add a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Section Header</a:t>
            </a:r>
          </a:p>
        </p:txBody>
      </p:sp>
      <p:sp>
        <p:nvSpPr>
          <p:cNvPr id="519" name="Google Shape;519;p10"/>
          <p:cNvSpPr txBox="1"/>
          <p:nvPr/>
        </p:nvSpPr>
        <p:spPr>
          <a:xfrm>
            <a:off x="4153102" y="3294625"/>
            <a:ext cx="1300725" cy="113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5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F3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g1e66018a5e7_0_37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525" name="Google Shape;525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g1e66018a5e7_0_37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" name="Google Shape;529;g1e66018a5e7_0_372"/>
          <p:cNvGrpSpPr/>
          <p:nvPr/>
        </p:nvGrpSpPr>
        <p:grpSpPr>
          <a:xfrm>
            <a:off x="12368498" y="2972296"/>
            <a:ext cx="5195566" cy="6735309"/>
            <a:chOff x="905364" y="2972296"/>
            <a:chExt cx="5195566" cy="6735309"/>
          </a:xfrm>
        </p:grpSpPr>
        <p:grpSp>
          <p:nvGrpSpPr>
            <p:cNvPr id="530" name="Google Shape;530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31" name="Google Shape;531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34" name="Google Shape;534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35" name="Google Shape;535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9" name="Google Shape;539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40" name="Google Shape;540;g1e66018a5e7_0_372"/>
          <p:cNvGrpSpPr/>
          <p:nvPr/>
        </p:nvGrpSpPr>
        <p:grpSpPr>
          <a:xfrm>
            <a:off x="6636925" y="2972296"/>
            <a:ext cx="5195566" cy="6735309"/>
            <a:chOff x="905364" y="2972296"/>
            <a:chExt cx="5195566" cy="6735309"/>
          </a:xfrm>
        </p:grpSpPr>
        <p:grpSp>
          <p:nvGrpSpPr>
            <p:cNvPr id="541" name="Google Shape;541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42" name="Google Shape;542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45" name="Google Shape;545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46" name="Google Shape;546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0" name="Google Shape;550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51" name="Google Shape;551;g1e66018a5e7_0_372"/>
          <p:cNvGrpSpPr/>
          <p:nvPr/>
        </p:nvGrpSpPr>
        <p:grpSpPr>
          <a:xfrm>
            <a:off x="905364" y="2972296"/>
            <a:ext cx="5195566" cy="6735309"/>
            <a:chOff x="905364" y="2972296"/>
            <a:chExt cx="5195566" cy="6735309"/>
          </a:xfrm>
        </p:grpSpPr>
        <p:grpSp>
          <p:nvGrpSpPr>
            <p:cNvPr id="552" name="Google Shape;552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53" name="Google Shape;553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56" name="Google Shape;556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57" name="Google Shape;557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61" name="Google Shape;561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62" name="Google Shape;562;g1e66018a5e7_0_372"/>
          <p:cNvGrpSpPr/>
          <p:nvPr/>
        </p:nvGrpSpPr>
        <p:grpSpPr>
          <a:xfrm>
            <a:off x="2290972" y="5127772"/>
            <a:ext cx="2233818" cy="2233818"/>
            <a:chOff x="0" y="0"/>
            <a:chExt cx="812800" cy="812800"/>
          </a:xfrm>
        </p:grpSpPr>
        <p:sp>
          <p:nvSpPr>
            <p:cNvPr id="563" name="Google Shape;563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g1e66018a5e7_0_372"/>
          <p:cNvGrpSpPr/>
          <p:nvPr/>
        </p:nvGrpSpPr>
        <p:grpSpPr>
          <a:xfrm>
            <a:off x="8036613" y="5127772"/>
            <a:ext cx="2233818" cy="2233818"/>
            <a:chOff x="0" y="0"/>
            <a:chExt cx="812800" cy="812800"/>
          </a:xfrm>
        </p:grpSpPr>
        <p:sp>
          <p:nvSpPr>
            <p:cNvPr id="566" name="Google Shape;566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g1e66018a5e7_0_372"/>
          <p:cNvGrpSpPr/>
          <p:nvPr/>
        </p:nvGrpSpPr>
        <p:grpSpPr>
          <a:xfrm>
            <a:off x="13784603" y="5127772"/>
            <a:ext cx="2233818" cy="2233818"/>
            <a:chOff x="0" y="0"/>
            <a:chExt cx="812800" cy="812800"/>
          </a:xfrm>
        </p:grpSpPr>
        <p:sp>
          <p:nvSpPr>
            <p:cNvPr id="569" name="Google Shape;569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1" name="Google Shape;571;g1e66018a5e7_0_372"/>
          <p:cNvCxnSpPr/>
          <p:nvPr/>
        </p:nvCxnSpPr>
        <p:spPr>
          <a:xfrm>
            <a:off x="6314317" y="-5258803"/>
            <a:ext cx="5004900" cy="0"/>
          </a:xfrm>
          <a:prstGeom prst="straightConnector1">
            <a:avLst/>
          </a:prstGeom>
          <a:noFill/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g1e66018a5e7_0_372"/>
          <p:cNvSpPr txBox="1"/>
          <p:nvPr/>
        </p:nvSpPr>
        <p:spPr>
          <a:xfrm>
            <a:off x="1038225" y="1109081"/>
            <a:ext cx="16230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CONSUMER SEGMENTS</a:t>
            </a:r>
          </a:p>
        </p:txBody>
      </p:sp>
      <p:sp>
        <p:nvSpPr>
          <p:cNvPr id="573" name="Google Shape;573;g1e66018a5e7_0_372"/>
          <p:cNvSpPr txBox="1"/>
          <p:nvPr/>
        </p:nvSpPr>
        <p:spPr>
          <a:xfrm>
            <a:off x="7335488" y="7802704"/>
            <a:ext cx="35127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4" name="Google Shape;574;g1e66018a5e7_0_372"/>
          <p:cNvSpPr txBox="1"/>
          <p:nvPr/>
        </p:nvSpPr>
        <p:spPr>
          <a:xfrm>
            <a:off x="13083478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sp>
        <p:nvSpPr>
          <p:cNvPr id="575" name="Google Shape;575;g1e66018a5e7_0_372"/>
          <p:cNvSpPr txBox="1"/>
          <p:nvPr/>
        </p:nvSpPr>
        <p:spPr>
          <a:xfrm>
            <a:off x="1098702" y="4315002"/>
            <a:ext cx="449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1</a:t>
            </a:r>
          </a:p>
        </p:txBody>
      </p:sp>
      <p:sp>
        <p:nvSpPr>
          <p:cNvPr id="576" name="Google Shape;576;g1e66018a5e7_0_372"/>
          <p:cNvSpPr txBox="1"/>
          <p:nvPr/>
        </p:nvSpPr>
        <p:spPr>
          <a:xfrm>
            <a:off x="6831980" y="4315002"/>
            <a:ext cx="4519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2</a:t>
            </a:r>
          </a:p>
        </p:txBody>
      </p:sp>
      <p:sp>
        <p:nvSpPr>
          <p:cNvPr id="577" name="Google Shape;577;g1e66018a5e7_0_372"/>
          <p:cNvSpPr txBox="1"/>
          <p:nvPr/>
        </p:nvSpPr>
        <p:spPr>
          <a:xfrm>
            <a:off x="12589495" y="4315002"/>
            <a:ext cx="4500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3</a:t>
            </a:r>
          </a:p>
        </p:txBody>
      </p:sp>
      <p:sp>
        <p:nvSpPr>
          <p:cNvPr id="578" name="Google Shape;578;g1e66018a5e7_0_372"/>
          <p:cNvSpPr txBox="1"/>
          <p:nvPr/>
        </p:nvSpPr>
        <p:spPr>
          <a:xfrm>
            <a:off x="1589847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</a:p>
        </p:txBody>
      </p:sp>
      <p:pic>
        <p:nvPicPr>
          <p:cNvPr id="579" name="Google Shape;579;g1e66018a5e7_0_372"/>
          <p:cNvPicPr preferRelativeResize="0"/>
          <p:nvPr/>
        </p:nvPicPr>
        <p:blipFill rotWithShape="1">
          <a:blip r:embed="rId4"/>
          <a:srcRect l="4169" t="26970" r="69833" b="26988"/>
          <a:stretch>
            <a:fillRect/>
          </a:stretch>
        </p:blipFill>
        <p:spPr>
          <a:xfrm>
            <a:off x="232774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g1e66018a5e7_0_372"/>
          <p:cNvPicPr preferRelativeResize="0"/>
          <p:nvPr/>
        </p:nvPicPr>
        <p:blipFill rotWithShape="1">
          <a:blip r:embed="rId4"/>
          <a:srcRect l="37000" t="26970" r="37003" b="26988"/>
          <a:stretch>
            <a:fillRect/>
          </a:stretch>
        </p:blipFill>
        <p:spPr>
          <a:xfrm>
            <a:off x="8056165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1" name="Google Shape;581;g1e66018a5e7_0_372"/>
          <p:cNvPicPr preferRelativeResize="0"/>
          <p:nvPr/>
        </p:nvPicPr>
        <p:blipFill rotWithShape="1">
          <a:blip r:embed="rId4"/>
          <a:srcRect l="69857" t="26970" r="4146" b="26988"/>
          <a:stretch>
            <a:fillRect/>
          </a:stretch>
        </p:blipFill>
        <p:spPr>
          <a:xfrm>
            <a:off x="1381149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2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587" name="Google Shape;587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12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12"/>
          <p:cNvSpPr txBox="1"/>
          <p:nvPr/>
        </p:nvSpPr>
        <p:spPr>
          <a:xfrm>
            <a:off x="305860" y="710902"/>
            <a:ext cx="17676280" cy="9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COST STRUCTURE &amp; REVENUE STREAM</a:t>
            </a:r>
          </a:p>
        </p:txBody>
      </p:sp>
      <p:graphicFrame>
        <p:nvGraphicFramePr>
          <p:cNvPr id="592" name="Google Shape;592;p12"/>
          <p:cNvGraphicFramePr/>
          <p:nvPr/>
        </p:nvGraphicFramePr>
        <p:xfrm>
          <a:off x="1028700" y="1923578"/>
          <a:ext cx="16291400" cy="8143972"/>
        </p:xfrm>
        <a:graphic>
          <a:graphicData uri="http://schemas.openxmlformats.org/drawingml/2006/table">
            <a:tbl>
              <a:tblPr>
                <a:noFill/>
                <a:tableStyleId>{ECFE9AE6-8ADE-4E2D-92CA-4551237293D3}</a:tableStyleId>
              </a:tblPr>
              <a:tblGrid>
                <a:gridCol w="92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8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1st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2nd Quarter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3rd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4th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Income Statement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7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Revenue 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the product of your average sales price and the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number of units sold with your other sources of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Fixed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costs, such as salaries, insurance, and rent,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Variable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variable costs, such as materials, labor, and insurance, among others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Total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and variable costs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Profit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Deduct the total costs from your total revenue</a:t>
                      </a: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Macintosh PowerPoint</Application>
  <PresentationFormat>自定义</PresentationFormat>
  <Paragraphs>99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Calibri</vt:lpstr>
      <vt:lpstr>Josefin Sans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瀚宇 赖</cp:lastModifiedBy>
  <cp:revision>4</cp:revision>
  <dcterms:created xsi:type="dcterms:W3CDTF">2023-07-18T20:25:56Z</dcterms:created>
  <dcterms:modified xsi:type="dcterms:W3CDTF">2025-09-04T08:58:49Z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DED102A8E17DC27934F5B664163E5649_42</vt:lpwstr>
  </property>
  <property fmtid="{D5CDD505-2E9C-101B-9397-08002B2CF9AE}" pid="3" name="KSOProductBuildVer">
    <vt:lpwstr>2052-5.5.1.7991</vt:lpwstr>
  </property>
</Properties>
</file>