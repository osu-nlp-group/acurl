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Gaegu" pitchFamily="2" charset="0"/>
      <p:regular r:id="rId8"/>
      <p:bold r:id="rId9"/>
    </p:embeddedFont>
    <p:embeddedFont>
      <p:font typeface="Nunito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30DB53-5151-4082-84C2-84CF5211A738}">
  <a:tblStyle styleId="{0F30DB53-5151-4082-84C2-84CF5211A7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80" d="100"/>
          <a:sy n="80" d="100"/>
        </p:scale>
        <p:origin x="824" y="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9D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0" y="7339681"/>
            <a:ext cx="18287996" cy="3086102"/>
            <a:chOff x="0" y="0"/>
            <a:chExt cx="4816592" cy="812800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4816592" cy="776249"/>
            </a:xfrm>
            <a:custGeom>
              <a:avLst/>
              <a:gdLst/>
              <a:ahLst/>
              <a:cxnLst/>
              <a:rect l="l" t="t" r="r" b="b"/>
              <a:pathLst>
                <a:path w="4816592" h="776249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76249"/>
                  </a:lnTo>
                  <a:lnTo>
                    <a:pt x="0" y="776249"/>
                  </a:lnTo>
                  <a:close/>
                </a:path>
              </a:pathLst>
            </a:custGeom>
            <a:solidFill>
              <a:srgbClr val="74C5E6"/>
            </a:solidFill>
            <a:ln>
              <a:noFill/>
            </a:ln>
          </p:spPr>
        </p:sp>
        <p:sp>
          <p:nvSpPr>
            <p:cNvPr id="86" name="Google Shape;86;p13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3"/>
          <p:cNvGrpSpPr/>
          <p:nvPr/>
        </p:nvGrpSpPr>
        <p:grpSpPr>
          <a:xfrm>
            <a:off x="4228680" y="6683874"/>
            <a:ext cx="9830640" cy="3086102"/>
            <a:chOff x="0" y="0"/>
            <a:chExt cx="2589140" cy="81280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2589140" cy="345446"/>
            </a:xfrm>
            <a:custGeom>
              <a:avLst/>
              <a:gdLst/>
              <a:ahLst/>
              <a:cxnLst/>
              <a:rect l="l" t="t" r="r" b="b"/>
              <a:pathLst>
                <a:path w="2589140" h="345446" extrusionOk="0">
                  <a:moveTo>
                    <a:pt x="50402" y="0"/>
                  </a:moveTo>
                  <a:lnTo>
                    <a:pt x="2538738" y="0"/>
                  </a:lnTo>
                  <a:cubicBezTo>
                    <a:pt x="2566574" y="0"/>
                    <a:pt x="2589140" y="22566"/>
                    <a:pt x="2589140" y="50402"/>
                  </a:cubicBezTo>
                  <a:lnTo>
                    <a:pt x="2589140" y="295044"/>
                  </a:lnTo>
                  <a:cubicBezTo>
                    <a:pt x="2589140" y="308412"/>
                    <a:pt x="2583830" y="321232"/>
                    <a:pt x="2574378" y="330684"/>
                  </a:cubicBezTo>
                  <a:cubicBezTo>
                    <a:pt x="2564925" y="340136"/>
                    <a:pt x="2552105" y="345446"/>
                    <a:pt x="2538738" y="345446"/>
                  </a:cubicBezTo>
                  <a:lnTo>
                    <a:pt x="50402" y="345446"/>
                  </a:lnTo>
                  <a:cubicBezTo>
                    <a:pt x="37034" y="345446"/>
                    <a:pt x="24215" y="340136"/>
                    <a:pt x="14762" y="330684"/>
                  </a:cubicBezTo>
                  <a:cubicBezTo>
                    <a:pt x="5310" y="321232"/>
                    <a:pt x="0" y="308412"/>
                    <a:pt x="0" y="295044"/>
                  </a:cubicBezTo>
                  <a:lnTo>
                    <a:pt x="0" y="50402"/>
                  </a:lnTo>
                  <a:cubicBezTo>
                    <a:pt x="0" y="37034"/>
                    <a:pt x="5310" y="24215"/>
                    <a:pt x="14762" y="14762"/>
                  </a:cubicBezTo>
                  <a:cubicBezTo>
                    <a:pt x="24215" y="5310"/>
                    <a:pt x="37034" y="0"/>
                    <a:pt x="50402" y="0"/>
                  </a:cubicBezTo>
                  <a:close/>
                </a:path>
              </a:pathLst>
            </a:custGeom>
            <a:solidFill>
              <a:srgbClr val="FC89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3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 txBox="1"/>
          <p:nvPr/>
        </p:nvSpPr>
        <p:spPr>
          <a:xfrm>
            <a:off x="4415188" y="6317803"/>
            <a:ext cx="9457624" cy="1839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67" b="1" i="0" u="none" strike="noStrike" cap="none">
                <a:solidFill>
                  <a:srgbClr val="FFFFFF"/>
                </a:solidFill>
                <a:latin typeface="Gaegu"/>
                <a:ea typeface="Gaegu"/>
                <a:cs typeface="Gaegu"/>
                <a:sym typeface="Gaegu"/>
              </a:rPr>
              <a:t>Romance Novel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289811" y="7552187"/>
            <a:ext cx="15708378" cy="2559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656" b="1" i="0" u="none" strike="noStrike" cap="none">
                <a:solidFill>
                  <a:srgbClr val="FFFFFF"/>
                </a:solidFill>
                <a:latin typeface="Gaegu"/>
                <a:ea typeface="Gaegu"/>
                <a:cs typeface="Gaegu"/>
                <a:sym typeface="Gaegu"/>
              </a:rPr>
              <a:t>MARKETING PLAN</a:t>
            </a:r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169" y="562992"/>
            <a:ext cx="6610320" cy="6593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748737" flipH="1">
            <a:off x="10966231" y="1912462"/>
            <a:ext cx="6474417" cy="417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18462" y="4160810"/>
            <a:ext cx="1259806" cy="1946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9DC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/>
        </p:nvSpPr>
        <p:spPr>
          <a:xfrm>
            <a:off x="3897564" y="1438844"/>
            <a:ext cx="10492872" cy="3003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6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59" b="1" i="0" u="none" strike="noStrike" cap="none">
                <a:solidFill>
                  <a:srgbClr val="26B2EB"/>
                </a:solidFill>
                <a:latin typeface="Gaegu"/>
                <a:ea typeface="Gaegu"/>
                <a:cs typeface="Gaegu"/>
                <a:sym typeface="Gaegu"/>
              </a:rPr>
              <a:t>How to Use</a:t>
            </a:r>
            <a:endParaRPr/>
          </a:p>
          <a:p>
            <a:pPr marL="0" marR="0" lvl="0" indent="0" algn="ctr" rtl="0">
              <a:lnSpc>
                <a:spcPct val="96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59" b="1" i="0" u="none" strike="noStrike" cap="none">
                <a:solidFill>
                  <a:srgbClr val="26B2EB"/>
                </a:solidFill>
                <a:latin typeface="Gaegu"/>
                <a:ea typeface="Gaegu"/>
                <a:cs typeface="Gaegu"/>
                <a:sym typeface="Gaegu"/>
              </a:rPr>
              <a:t>This Presentation</a:t>
            </a:r>
            <a:endParaRPr/>
          </a:p>
        </p:txBody>
      </p:sp>
      <p:pic>
        <p:nvPicPr>
          <p:cNvPr id="100" name="Google Shape;10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646238">
            <a:off x="14666565" y="1233185"/>
            <a:ext cx="2691468" cy="3208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7387">
            <a:off x="421612" y="1014778"/>
            <a:ext cx="4051583" cy="34894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14"/>
          <p:cNvGrpSpPr/>
          <p:nvPr/>
        </p:nvGrpSpPr>
        <p:grpSpPr>
          <a:xfrm>
            <a:off x="545885" y="5853137"/>
            <a:ext cx="5743800" cy="3386033"/>
            <a:chOff x="0" y="-152400"/>
            <a:chExt cx="7658400" cy="4514710"/>
          </a:xfrm>
        </p:grpSpPr>
        <p:sp>
          <p:nvSpPr>
            <p:cNvPr id="103" name="Google Shape;103;p14"/>
            <p:cNvSpPr txBox="1"/>
            <p:nvPr/>
          </p:nvSpPr>
          <p:spPr>
            <a:xfrm>
              <a:off x="0" y="1201810"/>
              <a:ext cx="7658400" cy="316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>
                  <a:solidFill>
                    <a:srgbClr val="26B2EB"/>
                  </a:solidFill>
                  <a:latin typeface="Nunito"/>
                  <a:ea typeface="Nunito"/>
                  <a:cs typeface="Nunito"/>
                  <a:sym typeface="Nunito"/>
                </a:rPr>
                <a:t>Click on the "Google Slides" button</a:t>
              </a:r>
              <a:endParaRPr/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>
                  <a:solidFill>
                    <a:srgbClr val="26B2EB"/>
                  </a:solidFill>
                  <a:latin typeface="Nunito"/>
                  <a:ea typeface="Nunito"/>
                  <a:cs typeface="Nunito"/>
                  <a:sym typeface="Nunito"/>
                </a:rPr>
                <a:t>below this presentation preview. </a:t>
              </a:r>
              <a:endParaRPr/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>
                  <a:solidFill>
                    <a:srgbClr val="26B2EB"/>
                  </a:solidFill>
                  <a:latin typeface="Nunito"/>
                  <a:ea typeface="Nunito"/>
                  <a:cs typeface="Nunito"/>
                  <a:sym typeface="Nunito"/>
                </a:rPr>
                <a:t>Click on "Make a copy."</a:t>
              </a:r>
              <a:endParaRPr/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>
                  <a:solidFill>
                    <a:srgbClr val="26B2EB"/>
                  </a:solidFill>
                  <a:latin typeface="Nunito"/>
                  <a:ea typeface="Nunito"/>
                  <a:cs typeface="Nunito"/>
                  <a:sym typeface="Nunito"/>
                </a:rPr>
                <a:t>Start editing your presentation.</a:t>
              </a:r>
              <a:endParaRPr/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>
                  <a:solidFill>
                    <a:srgbClr val="26B2EB"/>
                  </a:solidFill>
                  <a:latin typeface="Nunito"/>
                  <a:ea typeface="Nunito"/>
                  <a:cs typeface="Nunito"/>
                  <a:sym typeface="Nunito"/>
                </a:rPr>
                <a:t>You need to sign in to your</a:t>
              </a:r>
              <a:endParaRPr/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>
                  <a:solidFill>
                    <a:srgbClr val="26B2EB"/>
                  </a:solidFill>
                  <a:latin typeface="Nunito"/>
                  <a:ea typeface="Nunito"/>
                  <a:cs typeface="Nunito"/>
                  <a:sym typeface="Nunito"/>
                </a:rPr>
                <a:t>Google account.</a:t>
              </a:r>
              <a:endParaRPr/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401598" y="-152400"/>
              <a:ext cx="6855068" cy="10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99" b="1" i="0" u="none" strike="noStrike" cap="none">
                  <a:solidFill>
                    <a:srgbClr val="FC89CA"/>
                  </a:solidFill>
                  <a:latin typeface="Gaegu"/>
                  <a:ea typeface="Gaegu"/>
                  <a:cs typeface="Gaegu"/>
                  <a:sym typeface="Gaegu"/>
                </a:rPr>
                <a:t>Google Slides</a:t>
              </a:r>
              <a:endParaRPr/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6289583" y="5853137"/>
            <a:ext cx="5708925" cy="3386033"/>
            <a:chOff x="0" y="-152400"/>
            <a:chExt cx="7611900" cy="4514710"/>
          </a:xfrm>
        </p:grpSpPr>
        <p:sp>
          <p:nvSpPr>
            <p:cNvPr id="106" name="Google Shape;106;p14"/>
            <p:cNvSpPr txBox="1"/>
            <p:nvPr/>
          </p:nvSpPr>
          <p:spPr>
            <a:xfrm>
              <a:off x="0" y="1201810"/>
              <a:ext cx="7611900" cy="316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>
                  <a:solidFill>
                    <a:srgbClr val="26B2EB"/>
                  </a:solidFill>
                  <a:latin typeface="Nunito"/>
                  <a:ea typeface="Nunito"/>
                  <a:cs typeface="Nunito"/>
                  <a:sym typeface="Nunito"/>
                </a:rPr>
                <a:t>Click on the "PowerPoint" button</a:t>
              </a:r>
              <a:endParaRPr/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>
                  <a:solidFill>
                    <a:srgbClr val="26B2EB"/>
                  </a:solidFill>
                  <a:latin typeface="Nunito"/>
                  <a:ea typeface="Nunito"/>
                  <a:cs typeface="Nunito"/>
                  <a:sym typeface="Nunito"/>
                </a:rPr>
                <a:t>below this presentation preview. </a:t>
              </a:r>
              <a:endParaRPr/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>
                  <a:solidFill>
                    <a:srgbClr val="26B2EB"/>
                  </a:solidFill>
                  <a:latin typeface="Nunito"/>
                  <a:ea typeface="Nunito"/>
                  <a:cs typeface="Nunito"/>
                  <a:sym typeface="Nunito"/>
                </a:rPr>
                <a:t>Start editing your presentation.</a:t>
              </a:r>
              <a:endParaRPr/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>
                  <a:solidFill>
                    <a:srgbClr val="26B2EB"/>
                  </a:solidFill>
                  <a:latin typeface="Nunito"/>
                  <a:ea typeface="Nunito"/>
                  <a:cs typeface="Nunito"/>
                  <a:sym typeface="Nunito"/>
                </a:rPr>
                <a:t>Download and install the fonts</a:t>
              </a:r>
              <a:endParaRPr/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>
                  <a:solidFill>
                    <a:srgbClr val="26B2EB"/>
                  </a:solidFill>
                  <a:latin typeface="Nunito"/>
                  <a:ea typeface="Nunito"/>
                  <a:cs typeface="Nunito"/>
                  <a:sym typeface="Nunito"/>
                </a:rPr>
                <a:t>used in this presentation as listed</a:t>
              </a:r>
              <a:endParaRPr/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>
                  <a:solidFill>
                    <a:srgbClr val="26B2EB"/>
                  </a:solidFill>
                  <a:latin typeface="Nunito"/>
                  <a:ea typeface="Nunito"/>
                  <a:cs typeface="Nunito"/>
                  <a:sym typeface="Nunito"/>
                </a:rPr>
                <a:t>on the next page.</a:t>
              </a:r>
              <a:endParaRPr/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378355" y="-152400"/>
              <a:ext cx="6855068" cy="10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99" b="1" i="0" u="none" strike="noStrike" cap="none">
                  <a:solidFill>
                    <a:srgbClr val="FC89CA"/>
                  </a:solidFill>
                  <a:latin typeface="Gaegu"/>
                  <a:ea typeface="Gaegu"/>
                  <a:cs typeface="Gaegu"/>
                  <a:sym typeface="Gaegu"/>
                </a:rPr>
                <a:t>PowerPoint</a:t>
              </a:r>
              <a:endParaRPr/>
            </a:p>
          </p:txBody>
        </p:sp>
      </p:grpSp>
      <p:grpSp>
        <p:nvGrpSpPr>
          <p:cNvPr id="108" name="Google Shape;108;p14"/>
          <p:cNvGrpSpPr/>
          <p:nvPr/>
        </p:nvGrpSpPr>
        <p:grpSpPr>
          <a:xfrm>
            <a:off x="12480590" y="5853137"/>
            <a:ext cx="5141301" cy="2979683"/>
            <a:chOff x="0" y="-152400"/>
            <a:chExt cx="6855068" cy="3972910"/>
          </a:xfrm>
        </p:grpSpPr>
        <p:sp>
          <p:nvSpPr>
            <p:cNvPr id="109" name="Google Shape;109;p14"/>
            <p:cNvSpPr txBox="1"/>
            <p:nvPr/>
          </p:nvSpPr>
          <p:spPr>
            <a:xfrm>
              <a:off x="0" y="1201810"/>
              <a:ext cx="6855000" cy="261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>
                  <a:solidFill>
                    <a:srgbClr val="26B2EB"/>
                  </a:solidFill>
                  <a:latin typeface="Nunito"/>
                  <a:ea typeface="Nunito"/>
                  <a:cs typeface="Nunito"/>
                  <a:sym typeface="Nunito"/>
                </a:rPr>
                <a:t>Click on the "Canva" button under</a:t>
              </a:r>
              <a:endParaRPr/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>
                  <a:solidFill>
                    <a:srgbClr val="26B2EB"/>
                  </a:solidFill>
                  <a:latin typeface="Nunito"/>
                  <a:ea typeface="Nunito"/>
                  <a:cs typeface="Nunito"/>
                  <a:sym typeface="Nunito"/>
                </a:rPr>
                <a:t>this presentation preview. </a:t>
              </a:r>
              <a:endParaRPr/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>
                  <a:solidFill>
                    <a:srgbClr val="26B2EB"/>
                  </a:solidFill>
                  <a:latin typeface="Nunito"/>
                  <a:ea typeface="Nunito"/>
                  <a:cs typeface="Nunito"/>
                  <a:sym typeface="Nunito"/>
                </a:rPr>
                <a:t>Start editing your presentation.</a:t>
              </a:r>
              <a:endParaRPr/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>
                  <a:solidFill>
                    <a:srgbClr val="26B2EB"/>
                  </a:solidFill>
                  <a:latin typeface="Nunito"/>
                  <a:ea typeface="Nunito"/>
                  <a:cs typeface="Nunito"/>
                  <a:sym typeface="Nunito"/>
                </a:rPr>
                <a:t>You need to sign in to your</a:t>
              </a:r>
              <a:endParaRPr/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>
                  <a:solidFill>
                    <a:srgbClr val="26B2EB"/>
                  </a:solidFill>
                  <a:latin typeface="Nunito"/>
                  <a:ea typeface="Nunito"/>
                  <a:cs typeface="Nunito"/>
                  <a:sym typeface="Nunito"/>
                </a:rPr>
                <a:t>Canva account.</a:t>
              </a:r>
              <a:endParaRPr/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0" y="-152400"/>
              <a:ext cx="6855068" cy="10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99" b="1" i="0" u="none" strike="noStrike" cap="none">
                  <a:solidFill>
                    <a:srgbClr val="FC89CA"/>
                  </a:solidFill>
                  <a:latin typeface="Gaegu"/>
                  <a:ea typeface="Gaegu"/>
                  <a:cs typeface="Gaegu"/>
                  <a:sym typeface="Gaegu"/>
                </a:rPr>
                <a:t>Canva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9DC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 rotWithShape="1">
          <a:blip r:embed="rId3">
            <a:alphaModFix/>
          </a:blip>
          <a:srcRect l="17408" r="17408"/>
          <a:stretch/>
        </p:blipFill>
        <p:spPr>
          <a:xfrm>
            <a:off x="1054737" y="1908312"/>
            <a:ext cx="6684559" cy="67939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15"/>
          <p:cNvGrpSpPr/>
          <p:nvPr/>
        </p:nvGrpSpPr>
        <p:grpSpPr>
          <a:xfrm>
            <a:off x="8999332" y="1470436"/>
            <a:ext cx="8335442" cy="8153202"/>
            <a:chOff x="0" y="0"/>
            <a:chExt cx="11113922" cy="10870936"/>
          </a:xfrm>
        </p:grpSpPr>
        <p:grpSp>
          <p:nvGrpSpPr>
            <p:cNvPr id="117" name="Google Shape;117;p15"/>
            <p:cNvGrpSpPr/>
            <p:nvPr/>
          </p:nvGrpSpPr>
          <p:grpSpPr>
            <a:xfrm>
              <a:off x="0" y="0"/>
              <a:ext cx="11113922" cy="10870936"/>
              <a:chOff x="0" y="0"/>
              <a:chExt cx="2195343" cy="2147345"/>
            </a:xfrm>
          </p:grpSpPr>
          <p:sp>
            <p:nvSpPr>
              <p:cNvPr id="118" name="Google Shape;118;p15"/>
              <p:cNvSpPr/>
              <p:nvPr/>
            </p:nvSpPr>
            <p:spPr>
              <a:xfrm>
                <a:off x="0" y="0"/>
                <a:ext cx="2195343" cy="2147345"/>
              </a:xfrm>
              <a:custGeom>
                <a:avLst/>
                <a:gdLst/>
                <a:ahLst/>
                <a:cxnLst/>
                <a:rect l="l" t="t" r="r" b="b"/>
                <a:pathLst>
                  <a:path w="2195343" h="2147345" extrusionOk="0">
                    <a:moveTo>
                      <a:pt x="47369" y="0"/>
                    </a:moveTo>
                    <a:lnTo>
                      <a:pt x="2147974" y="0"/>
                    </a:lnTo>
                    <a:cubicBezTo>
                      <a:pt x="2160537" y="0"/>
                      <a:pt x="2172585" y="4991"/>
                      <a:pt x="2181469" y="13874"/>
                    </a:cubicBezTo>
                    <a:cubicBezTo>
                      <a:pt x="2190352" y="22757"/>
                      <a:pt x="2195343" y="34806"/>
                      <a:pt x="2195343" y="47369"/>
                    </a:cubicBezTo>
                    <a:lnTo>
                      <a:pt x="2195343" y="2099977"/>
                    </a:lnTo>
                    <a:cubicBezTo>
                      <a:pt x="2195343" y="2112540"/>
                      <a:pt x="2190352" y="2124588"/>
                      <a:pt x="2181469" y="2133471"/>
                    </a:cubicBezTo>
                    <a:cubicBezTo>
                      <a:pt x="2172585" y="2142355"/>
                      <a:pt x="2160537" y="2147345"/>
                      <a:pt x="2147974" y="2147345"/>
                    </a:cubicBezTo>
                    <a:lnTo>
                      <a:pt x="47369" y="2147345"/>
                    </a:lnTo>
                    <a:cubicBezTo>
                      <a:pt x="34806" y="2147345"/>
                      <a:pt x="22757" y="2142355"/>
                      <a:pt x="13874" y="2133471"/>
                    </a:cubicBezTo>
                    <a:cubicBezTo>
                      <a:pt x="4991" y="2124588"/>
                      <a:pt x="0" y="2112540"/>
                      <a:pt x="0" y="2099977"/>
                    </a:cubicBezTo>
                    <a:lnTo>
                      <a:pt x="0" y="47369"/>
                    </a:lnTo>
                    <a:cubicBezTo>
                      <a:pt x="0" y="34806"/>
                      <a:pt x="4991" y="22757"/>
                      <a:pt x="13874" y="13874"/>
                    </a:cubicBezTo>
                    <a:cubicBezTo>
                      <a:pt x="22757" y="4991"/>
                      <a:pt x="34806" y="0"/>
                      <a:pt x="47369" y="0"/>
                    </a:cubicBezTo>
                    <a:close/>
                  </a:path>
                </a:pathLst>
              </a:custGeom>
              <a:solidFill>
                <a:srgbClr val="FD9D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15"/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6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0" name="Google Shape;120;p15"/>
            <p:cNvSpPr txBox="1"/>
            <p:nvPr/>
          </p:nvSpPr>
          <p:spPr>
            <a:xfrm>
              <a:off x="550106" y="1640203"/>
              <a:ext cx="10013711" cy="19052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300" b="1" i="0" u="none" strike="noStrike" cap="none">
                  <a:solidFill>
                    <a:srgbClr val="FFFFFF"/>
                  </a:solidFill>
                  <a:latin typeface="Gaegu"/>
                  <a:ea typeface="Gaegu"/>
                  <a:cs typeface="Gaegu"/>
                  <a:sym typeface="Gaegu"/>
                </a:rPr>
                <a:t>Agenda Page</a:t>
              </a:r>
              <a:endParaRPr/>
            </a:p>
          </p:txBody>
        </p:sp>
        <p:sp>
          <p:nvSpPr>
            <p:cNvPr id="121" name="Google Shape;121;p15"/>
            <p:cNvSpPr txBox="1"/>
            <p:nvPr/>
          </p:nvSpPr>
          <p:spPr>
            <a:xfrm>
              <a:off x="550106" y="4293199"/>
              <a:ext cx="10013711" cy="5349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 b="1" i="0" u="sng" strike="noStrike" cap="none">
                  <a:solidFill>
                    <a:srgbClr val="000000"/>
                  </a:solidFill>
                  <a:latin typeface="Gaegu"/>
                  <a:ea typeface="Gaegu"/>
                  <a:cs typeface="Gaegu"/>
                  <a:sym typeface="Gaegu"/>
                </a:rPr>
                <a:t>Write an agenda here.</a:t>
              </a:r>
              <a:endParaRPr/>
            </a:p>
            <a:p>
              <a:pPr marL="0" marR="0" lvl="1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 b="1" i="0" u="sng" strike="noStrike" cap="none">
                  <a:solidFill>
                    <a:srgbClr val="000000"/>
                  </a:solidFill>
                  <a:latin typeface="Gaegu"/>
                  <a:ea typeface="Gaegu"/>
                  <a:cs typeface="Gaegu"/>
                  <a:sym typeface="Gaegu"/>
                </a:rPr>
                <a:t>Write an agenda here.</a:t>
              </a:r>
              <a:endParaRPr/>
            </a:p>
            <a:p>
              <a:pPr marL="0" marR="0" lvl="1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 b="1" i="0" u="sng" strike="noStrike" cap="none">
                  <a:solidFill>
                    <a:srgbClr val="000000"/>
                  </a:solidFill>
                  <a:latin typeface="Gaegu"/>
                  <a:ea typeface="Gaegu"/>
                  <a:cs typeface="Gaegu"/>
                  <a:sym typeface="Gaegu"/>
                </a:rPr>
                <a:t>Write an agenda here.</a:t>
              </a:r>
              <a:endParaRPr/>
            </a:p>
            <a:p>
              <a:pPr marL="0" marR="0" lvl="1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 b="1" i="0" u="sng" strike="noStrike" cap="none">
                  <a:solidFill>
                    <a:srgbClr val="000000"/>
                  </a:solidFill>
                  <a:latin typeface="Gaegu"/>
                  <a:ea typeface="Gaegu"/>
                  <a:cs typeface="Gaegu"/>
                  <a:sym typeface="Gaegu"/>
                </a:rPr>
                <a:t>Write an agenda here.</a:t>
              </a:r>
              <a:endParaRPr/>
            </a:p>
            <a:p>
              <a:pPr marL="0" marR="0" lvl="1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 b="1" i="0" u="sng" strike="noStrike" cap="none">
                  <a:solidFill>
                    <a:srgbClr val="000000"/>
                  </a:solidFill>
                  <a:latin typeface="Gaegu"/>
                  <a:ea typeface="Gaegu"/>
                  <a:cs typeface="Gaegu"/>
                  <a:sym typeface="Gaegu"/>
                </a:rPr>
                <a:t>Write an agenda here.</a:t>
              </a:r>
              <a:endParaRPr/>
            </a:p>
          </p:txBody>
        </p:sp>
      </p:grpSp>
      <p:pic>
        <p:nvPicPr>
          <p:cNvPr id="122" name="Google Shape;122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474774">
            <a:off x="12123126" y="436419"/>
            <a:ext cx="2087853" cy="205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812802">
            <a:off x="328187" y="6606496"/>
            <a:ext cx="1980995" cy="2874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9DC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/>
          <p:nvPr/>
        </p:nvSpPr>
        <p:spPr>
          <a:xfrm>
            <a:off x="3570350" y="1746791"/>
            <a:ext cx="11147299" cy="6588238"/>
          </a:xfrm>
          <a:custGeom>
            <a:avLst/>
            <a:gdLst/>
            <a:ahLst/>
            <a:cxnLst/>
            <a:rect l="l" t="t" r="r" b="b"/>
            <a:pathLst>
              <a:path w="10744200" h="6350000" extrusionOk="0">
                <a:moveTo>
                  <a:pt x="5372100" y="0"/>
                </a:moveTo>
                <a:cubicBezTo>
                  <a:pt x="8338820" y="0"/>
                  <a:pt x="10744200" y="1421130"/>
                  <a:pt x="10744200" y="3175000"/>
                </a:cubicBezTo>
                <a:cubicBezTo>
                  <a:pt x="10744200" y="4928870"/>
                  <a:pt x="8338820" y="6350000"/>
                  <a:pt x="5372100" y="6350000"/>
                </a:cubicBezTo>
                <a:cubicBezTo>
                  <a:pt x="2405380" y="6350000"/>
                  <a:pt x="0" y="4928870"/>
                  <a:pt x="0" y="3175000"/>
                </a:cubicBezTo>
                <a:cubicBezTo>
                  <a:pt x="0" y="1421130"/>
                  <a:pt x="2405380" y="0"/>
                  <a:pt x="537210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926" t="-46233" r="-31871" b="-11651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9" name="Google Shape;129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-534633" y="2061589"/>
            <a:ext cx="5646853" cy="8023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31989">
            <a:off x="13561188" y="5376573"/>
            <a:ext cx="3425346" cy="326342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3570350" y="8862822"/>
            <a:ext cx="11147299" cy="76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26B2EB"/>
                </a:solidFill>
                <a:latin typeface="Nunito"/>
                <a:ea typeface="Nunito"/>
                <a:cs typeface="Nunito"/>
                <a:sym typeface="Nunito"/>
              </a:rPr>
              <a:t>I'm Rain, and I'll be sharing with you our business plan.</a:t>
            </a:r>
            <a:endParaRPr/>
          </a:p>
          <a:p>
            <a:pPr marL="0" marR="0" lvl="1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26B2EB"/>
                </a:solidFill>
                <a:latin typeface="Nunito"/>
                <a:ea typeface="Nunito"/>
                <a:cs typeface="Nunito"/>
                <a:sym typeface="Nunito"/>
              </a:rPr>
              <a:t>Follow us at @reallygreatsite to learn more. </a:t>
            </a:r>
            <a:endParaRPr/>
          </a:p>
        </p:txBody>
      </p:sp>
      <p:grpSp>
        <p:nvGrpSpPr>
          <p:cNvPr id="132" name="Google Shape;132;p16"/>
          <p:cNvGrpSpPr/>
          <p:nvPr/>
        </p:nvGrpSpPr>
        <p:grpSpPr>
          <a:xfrm>
            <a:off x="12781922" y="600075"/>
            <a:ext cx="4310743" cy="4114800"/>
            <a:chOff x="0" y="0"/>
            <a:chExt cx="5747657" cy="5486400"/>
          </a:xfrm>
        </p:grpSpPr>
        <p:pic>
          <p:nvPicPr>
            <p:cNvPr id="133" name="Google Shape;133;p1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0" y="0"/>
              <a:ext cx="5747657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p16"/>
            <p:cNvSpPr txBox="1"/>
            <p:nvPr/>
          </p:nvSpPr>
          <p:spPr>
            <a:xfrm>
              <a:off x="1038818" y="1051183"/>
              <a:ext cx="3868800" cy="229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99" b="1" i="0" u="none" strike="noStrike" cap="none">
                  <a:solidFill>
                    <a:srgbClr val="FFFFFF"/>
                  </a:solidFill>
                  <a:latin typeface="Gaegu"/>
                  <a:ea typeface="Gaegu"/>
                  <a:cs typeface="Gaegu"/>
                  <a:sym typeface="Gaegu"/>
                </a:rPr>
                <a:t>Hello</a:t>
              </a:r>
              <a:endParaRPr/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99" b="1" i="0" u="none" strike="noStrike" cap="none">
                  <a:solidFill>
                    <a:srgbClr val="FFFFFF"/>
                  </a:solidFill>
                  <a:latin typeface="Gaegu"/>
                  <a:ea typeface="Gaegu"/>
                  <a:cs typeface="Gaegu"/>
                  <a:sym typeface="Gaegu"/>
                </a:rPr>
                <a:t>there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C5E6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" name="Google Shape;139;p17"/>
          <p:cNvGraphicFramePr/>
          <p:nvPr/>
        </p:nvGraphicFramePr>
        <p:xfrm>
          <a:off x="639169" y="5116028"/>
          <a:ext cx="17009675" cy="4580400"/>
        </p:xfrm>
        <a:graphic>
          <a:graphicData uri="http://schemas.openxmlformats.org/drawingml/2006/table">
            <a:tbl>
              <a:tblPr>
                <a:noFill/>
                <a:tableStyleId>{0F30DB53-5151-4082-84C2-84CF5211A738}</a:tableStyleId>
              </a:tblPr>
              <a:tblGrid>
                <a:gridCol w="798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6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4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199" b="1" u="none" strike="noStrike" cap="none">
                          <a:solidFill>
                            <a:srgbClr val="FC1301"/>
                          </a:solidFill>
                          <a:latin typeface="Gaegu"/>
                          <a:ea typeface="Gaegu"/>
                          <a:cs typeface="Gaegu"/>
                          <a:sym typeface="Gaegu"/>
                        </a:rPr>
                        <a:t>Write the problem here and elaborate on it.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74C5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b="1" u="none" strike="noStrike" cap="none">
                          <a:solidFill>
                            <a:srgbClr val="26B2E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Discuss an existing alternative people use to address the problem.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74C5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9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6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4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199" b="1" u="none" strike="noStrike" cap="none">
                          <a:solidFill>
                            <a:srgbClr val="FC1301"/>
                          </a:solidFill>
                          <a:latin typeface="Gaegu"/>
                          <a:ea typeface="Gaegu"/>
                          <a:cs typeface="Gaegu"/>
                          <a:sym typeface="Gaegu"/>
                        </a:rPr>
                        <a:t>Write the problem here and elaborate on it.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74C5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74C5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b="1" u="none" strike="noStrike" cap="none">
                          <a:solidFill>
                            <a:srgbClr val="26B2E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Discuss an existing alternative people use to address the problem.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74C5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74C5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9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6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4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199" b="1" u="none" strike="noStrike" cap="none">
                          <a:solidFill>
                            <a:srgbClr val="FC1301"/>
                          </a:solidFill>
                          <a:latin typeface="Gaegu"/>
                          <a:ea typeface="Gaegu"/>
                          <a:cs typeface="Gaegu"/>
                          <a:sym typeface="Gaegu"/>
                        </a:rPr>
                        <a:t>Write the problem here and elaborate on it.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74C5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99" b="1" u="none" strike="noStrike" cap="none">
                          <a:solidFill>
                            <a:srgbClr val="26B2E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Discuss an existing alternative people use to address the problem.</a:t>
                      </a:r>
                      <a:endParaRPr sz="1100" u="none" strike="noStrike" cap="none"/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74C5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9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0" name="Google Shape;140;p17"/>
          <p:cNvSpPr txBox="1"/>
          <p:nvPr/>
        </p:nvSpPr>
        <p:spPr>
          <a:xfrm>
            <a:off x="3488865" y="1492125"/>
            <a:ext cx="11310270" cy="4209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97000"/>
              </a:lnSpc>
            </a:pPr>
            <a:r>
              <a:rPr lang="en-US" sz="9400" b="1">
                <a:solidFill>
                  <a:srgbClr val="FFFFFF"/>
                </a:solidFill>
                <a:latin typeface="Gaegu"/>
                <a:ea typeface="Gaegu"/>
                <a:cs typeface="Gaegu"/>
                <a:sym typeface="Gaegu"/>
              </a:rPr>
              <a:t>Three keys for identifying if falling in love</a:t>
            </a:r>
            <a:endParaRPr dirty="0"/>
          </a:p>
        </p:txBody>
      </p:sp>
      <p:pic>
        <p:nvPicPr>
          <p:cNvPr id="141" name="Google Shape;1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728696">
            <a:off x="15170047" y="769586"/>
            <a:ext cx="2406768" cy="3782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705070">
            <a:off x="402855" y="942535"/>
            <a:ext cx="4295954" cy="2351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227</Words>
  <Application>Microsoft Macintosh PowerPoint</Application>
  <PresentationFormat>自定义</PresentationFormat>
  <Paragraphs>41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Nunito</vt:lpstr>
      <vt:lpstr>Arial</vt:lpstr>
      <vt:lpstr>Gaegu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瀚宇 赖</cp:lastModifiedBy>
  <cp:revision>4</cp:revision>
  <dcterms:modified xsi:type="dcterms:W3CDTF">2025-09-04T08:40:29Z</dcterms:modified>
</cp:coreProperties>
</file>