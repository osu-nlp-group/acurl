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8288000" cy="10287000"/>
  <p:notesSz cx="6858000" cy="9144000"/>
  <p:embeddedFontLst>
    <p:embeddedFont>
      <p:font typeface="Calibri" panose="020F0502020204030204"/>
      <p:regular r:id="rId11"/>
    </p:embeddedFont>
    <p:embeddedFont>
      <p:font typeface="Cabin"/>
      <p:regular r:id="rId12"/>
    </p:embeddedFont>
    <p:embeddedFont>
      <p:font typeface="Cabin SemiBold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0"/>
  </p:normalViewPr>
  <p:slideViewPr>
    <p:cSldViewPr snapToGrid="0" showGuides="1">
      <p:cViewPr varScale="1">
        <p:scale>
          <a:sx n="74" d="100"/>
          <a:sy n="74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1"/>
          <a:srcRect t="7733" b="773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-1771630" y="1720235"/>
            <a:ext cx="15469712" cy="1697788"/>
          </a:xfrm>
          <a:custGeom>
            <a:avLst/>
            <a:gdLst/>
            <a:ahLst/>
            <a:cxnLst/>
            <a:rect l="l" t="t" r="r" b="b"/>
            <a:pathLst>
              <a:path w="3251282" h="356825" extrusionOk="0">
                <a:moveTo>
                  <a:pt x="39036" y="0"/>
                </a:moveTo>
                <a:lnTo>
                  <a:pt x="3212247" y="0"/>
                </a:lnTo>
                <a:cubicBezTo>
                  <a:pt x="3233805" y="0"/>
                  <a:pt x="3251282" y="17477"/>
                  <a:pt x="3251282" y="39036"/>
                </a:cubicBezTo>
                <a:lnTo>
                  <a:pt x="3251282" y="317790"/>
                </a:lnTo>
                <a:cubicBezTo>
                  <a:pt x="3251282" y="339349"/>
                  <a:pt x="3233805" y="356825"/>
                  <a:pt x="3212247" y="356825"/>
                </a:cubicBezTo>
                <a:lnTo>
                  <a:pt x="39036" y="356825"/>
                </a:lnTo>
                <a:cubicBezTo>
                  <a:pt x="17477" y="356825"/>
                  <a:pt x="0" y="339349"/>
                  <a:pt x="0" y="317790"/>
                </a:cubicBezTo>
                <a:lnTo>
                  <a:pt x="0" y="39036"/>
                </a:lnTo>
                <a:cubicBezTo>
                  <a:pt x="0" y="17477"/>
                  <a:pt x="17477" y="0"/>
                  <a:pt x="39036" y="0"/>
                </a:cubicBezTo>
                <a:close/>
              </a:path>
            </a:pathLst>
          </a:custGeom>
          <a:solidFill>
            <a:srgbClr val="EAF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" name="Google Shape;86;p13"/>
          <p:cNvGrpSpPr/>
          <p:nvPr/>
        </p:nvGrpSpPr>
        <p:grpSpPr>
          <a:xfrm>
            <a:off x="9003197" y="4864906"/>
            <a:ext cx="9883506" cy="3957976"/>
            <a:chOff x="0" y="-19050"/>
            <a:chExt cx="2077225" cy="83185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2077225" cy="356825"/>
            </a:xfrm>
            <a:custGeom>
              <a:avLst/>
              <a:gdLst/>
              <a:ahLst/>
              <a:cxnLst/>
              <a:rect l="l" t="t" r="r" b="b"/>
              <a:pathLst>
                <a:path w="2077225" h="356825" extrusionOk="0">
                  <a:moveTo>
                    <a:pt x="61099" y="0"/>
                  </a:moveTo>
                  <a:lnTo>
                    <a:pt x="2016126" y="0"/>
                  </a:lnTo>
                  <a:cubicBezTo>
                    <a:pt x="2049870" y="0"/>
                    <a:pt x="2077225" y="27355"/>
                    <a:pt x="2077225" y="61099"/>
                  </a:cubicBezTo>
                  <a:lnTo>
                    <a:pt x="2077225" y="295727"/>
                  </a:lnTo>
                  <a:cubicBezTo>
                    <a:pt x="2077225" y="329471"/>
                    <a:pt x="2049870" y="356825"/>
                    <a:pt x="2016126" y="356825"/>
                  </a:cubicBezTo>
                  <a:lnTo>
                    <a:pt x="61099" y="356825"/>
                  </a:lnTo>
                  <a:cubicBezTo>
                    <a:pt x="27355" y="356825"/>
                    <a:pt x="0" y="329471"/>
                    <a:pt x="0" y="295727"/>
                  </a:cubicBezTo>
                  <a:lnTo>
                    <a:pt x="0" y="61099"/>
                  </a:lnTo>
                  <a:cubicBezTo>
                    <a:pt x="0" y="27355"/>
                    <a:pt x="27355" y="0"/>
                    <a:pt x="61099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-279723" y="1717125"/>
            <a:ext cx="13479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MOTION GRAPHICS</a:t>
            </a:r>
            <a:endParaRPr lang="en-US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90125" y="3679907"/>
            <a:ext cx="3561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555750" y="4940025"/>
            <a:ext cx="83691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ANIMATION</a:t>
            </a:r>
            <a:endParaRPr lang="en-US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522211" y="7017859"/>
            <a:ext cx="75201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PORTFOLIO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4365891" y="882153"/>
            <a:ext cx="3306074" cy="3306074"/>
          </a:xfrm>
          <a:custGeom>
            <a:avLst/>
            <a:gdLst/>
            <a:ahLst/>
            <a:cxnLst/>
            <a:rect l="l" t="t" r="r" b="b"/>
            <a:pathLst>
              <a:path w="3306074" h="3306074" extrusionOk="0">
                <a:moveTo>
                  <a:pt x="0" y="0"/>
                </a:moveTo>
                <a:lnTo>
                  <a:pt x="3306073" y="0"/>
                </a:lnTo>
                <a:lnTo>
                  <a:pt x="3306073" y="3306073"/>
                </a:lnTo>
                <a:lnTo>
                  <a:pt x="0" y="3306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028700" y="6741787"/>
            <a:ext cx="2763553" cy="2663060"/>
          </a:xfrm>
          <a:custGeom>
            <a:avLst/>
            <a:gdLst/>
            <a:ahLst/>
            <a:cxnLst/>
            <a:rect l="l" t="t" r="r" b="b"/>
            <a:pathLst>
              <a:path w="2763553" h="2663060" extrusionOk="0">
                <a:moveTo>
                  <a:pt x="0" y="0"/>
                </a:moveTo>
                <a:lnTo>
                  <a:pt x="2763553" y="0"/>
                </a:lnTo>
                <a:lnTo>
                  <a:pt x="2763553" y="2663060"/>
                </a:lnTo>
                <a:lnTo>
                  <a:pt x="0" y="2663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4"/>
          <p:cNvGrpSpPr/>
          <p:nvPr/>
        </p:nvGrpSpPr>
        <p:grpSpPr>
          <a:xfrm>
            <a:off x="586858" y="2854792"/>
            <a:ext cx="5143500" cy="6403508"/>
            <a:chOff x="0" y="-19050"/>
            <a:chExt cx="1354667" cy="1686521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6572250" y="2854792"/>
            <a:ext cx="5143500" cy="6403508"/>
            <a:chOff x="0" y="-19050"/>
            <a:chExt cx="1354667" cy="1686521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365095" y="4470172"/>
            <a:ext cx="1928067" cy="1500386"/>
          </a:xfrm>
          <a:custGeom>
            <a:avLst/>
            <a:gdLst/>
            <a:ahLst/>
            <a:cxnLst/>
            <a:rect l="l" t="t" r="r" b="b"/>
            <a:pathLst>
              <a:path w="1928067" h="1500386" extrusionOk="0">
                <a:moveTo>
                  <a:pt x="0" y="0"/>
                </a:moveTo>
                <a:lnTo>
                  <a:pt x="1928067" y="0"/>
                </a:lnTo>
                <a:lnTo>
                  <a:pt x="1928067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8280807" y="4470172"/>
            <a:ext cx="1726386" cy="1500386"/>
          </a:xfrm>
          <a:custGeom>
            <a:avLst/>
            <a:gdLst/>
            <a:ahLst/>
            <a:cxnLst/>
            <a:rect l="l" t="t" r="r" b="b"/>
            <a:pathLst>
              <a:path w="1726386" h="1500386" extrusionOk="0">
                <a:moveTo>
                  <a:pt x="0" y="0"/>
                </a:moveTo>
                <a:lnTo>
                  <a:pt x="1726386" y="0"/>
                </a:lnTo>
                <a:lnTo>
                  <a:pt x="1726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grpSp>
        <p:nvGrpSpPr>
          <p:cNvPr id="107" name="Google Shape;107;p14"/>
          <p:cNvGrpSpPr/>
          <p:nvPr/>
        </p:nvGrpSpPr>
        <p:grpSpPr>
          <a:xfrm>
            <a:off x="12553950" y="2890957"/>
            <a:ext cx="5143500" cy="6367343"/>
            <a:chOff x="0" y="-9525"/>
            <a:chExt cx="1354667" cy="1676996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14375507" y="4470172"/>
            <a:ext cx="1500386" cy="1500386"/>
          </a:xfrm>
          <a:custGeom>
            <a:avLst/>
            <a:gdLst/>
            <a:ahLst/>
            <a:cxnLst/>
            <a:rect l="l" t="t" r="r" b="b"/>
            <a:pathLst>
              <a:path w="1500386" h="1500386" extrusionOk="0">
                <a:moveTo>
                  <a:pt x="0" y="0"/>
                </a:moveTo>
                <a:lnTo>
                  <a:pt x="1500386" y="0"/>
                </a:lnTo>
                <a:lnTo>
                  <a:pt x="1500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1" name="Google Shape;111;p14"/>
          <p:cNvSpPr txBox="1"/>
          <p:nvPr/>
        </p:nvSpPr>
        <p:spPr>
          <a:xfrm>
            <a:off x="292740" y="6393935"/>
            <a:ext cx="5729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"Google Slides" button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"Make a copy."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Google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86858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Google Slides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896450" y="6393935"/>
            <a:ext cx="4495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"PowerPoint" button 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Download and install the fonts used in this presentation as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listed on the next page.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5733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PowerPoint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2555049" y="6393935"/>
            <a:ext cx="5141400" cy="19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"Canva" button under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Canva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25550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Canva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553652" y="1028700"/>
            <a:ext cx="1118069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How to Use This Presentation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5"/>
          <p:cNvGrpSpPr/>
          <p:nvPr/>
        </p:nvGrpSpPr>
        <p:grpSpPr>
          <a:xfrm>
            <a:off x="2521211" y="3773015"/>
            <a:ext cx="3086100" cy="3158430"/>
            <a:chOff x="0" y="-19050"/>
            <a:chExt cx="812800" cy="83185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2922876" y="3773015"/>
            <a:ext cx="3086100" cy="3158430"/>
            <a:chOff x="0" y="-19050"/>
            <a:chExt cx="812800" cy="83185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7600950" y="3773015"/>
            <a:ext cx="3086100" cy="3158430"/>
            <a:chOff x="0" y="-19050"/>
            <a:chExt cx="812800" cy="83185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1" name="Google Shape;131;p15"/>
          <p:cNvSpPr/>
          <p:nvPr/>
        </p:nvSpPr>
        <p:spPr>
          <a:xfrm>
            <a:off x="15870346" y="-360254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0" y="0"/>
                </a:moveTo>
                <a:lnTo>
                  <a:pt x="2777908" y="0"/>
                </a:lnTo>
                <a:lnTo>
                  <a:pt x="2777908" y="2777908"/>
                </a:lnTo>
                <a:lnTo>
                  <a:pt x="0" y="2777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 rot="10800000">
            <a:off x="-256698" y="8092987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2777909" y="2777908"/>
                </a:moveTo>
                <a:lnTo>
                  <a:pt x="0" y="2777908"/>
                </a:lnTo>
                <a:lnTo>
                  <a:pt x="0" y="0"/>
                </a:lnTo>
                <a:lnTo>
                  <a:pt x="2777909" y="0"/>
                </a:lnTo>
                <a:lnTo>
                  <a:pt x="2777909" y="2777908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3" name="Google Shape;133;p15"/>
          <p:cNvSpPr txBox="1"/>
          <p:nvPr/>
        </p:nvSpPr>
        <p:spPr>
          <a:xfrm>
            <a:off x="7490963" y="2969045"/>
            <a:ext cx="3306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OUR SERVICES</a:t>
            </a:r>
            <a:endParaRPr i="1"/>
          </a:p>
        </p:txBody>
      </p:sp>
      <p:sp>
        <p:nvSpPr>
          <p:cNvPr id="134" name="Google Shape;134;p15"/>
          <p:cNvSpPr txBox="1"/>
          <p:nvPr/>
        </p:nvSpPr>
        <p:spPr>
          <a:xfrm>
            <a:off x="7490963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247283" y="2969045"/>
            <a:ext cx="3633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i="1"/>
          </a:p>
        </p:txBody>
      </p:sp>
      <p:sp>
        <p:nvSpPr>
          <p:cNvPr id="136" name="Google Shape;136;p15"/>
          <p:cNvSpPr txBox="1"/>
          <p:nvPr/>
        </p:nvSpPr>
        <p:spPr>
          <a:xfrm>
            <a:off x="2411224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2403194" y="2969045"/>
            <a:ext cx="4125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ABOUT US</a:t>
            </a:r>
            <a:endParaRPr i="1"/>
          </a:p>
        </p:txBody>
      </p:sp>
      <p:sp>
        <p:nvSpPr>
          <p:cNvPr id="138" name="Google Shape;138;p15"/>
          <p:cNvSpPr txBox="1"/>
          <p:nvPr/>
        </p:nvSpPr>
        <p:spPr>
          <a:xfrm>
            <a:off x="12812889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5662710" y="1028700"/>
            <a:ext cx="6962579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Agenda Page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2638454" y="4191483"/>
            <a:ext cx="2688789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905149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092312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438126" y="4191483"/>
            <a:ext cx="3358910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12482133" y="4191483"/>
            <a:ext cx="4046525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9144000" y="51435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10319629" y="1819280"/>
            <a:ext cx="7265081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lang="en-US" sz="88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891473" y="2890973"/>
            <a:ext cx="4505053" cy="4505053"/>
          </a:xfrm>
          <a:custGeom>
            <a:avLst/>
            <a:gdLst/>
            <a:ahLst/>
            <a:cxnLst/>
            <a:rect l="l" t="t" r="r" b="b"/>
            <a:pathLst>
              <a:path w="4505053" h="4505053" extrusionOk="0">
                <a:moveTo>
                  <a:pt x="0" y="0"/>
                </a:moveTo>
                <a:lnTo>
                  <a:pt x="4505054" y="0"/>
                </a:lnTo>
                <a:lnTo>
                  <a:pt x="4505054" y="4505054"/>
                </a:lnTo>
                <a:lnTo>
                  <a:pt x="0" y="4505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53" name="Google Shape;153;p16"/>
          <p:cNvSpPr txBox="1"/>
          <p:nvPr/>
        </p:nvSpPr>
        <p:spPr>
          <a:xfrm>
            <a:off x="7199786" y="4176971"/>
            <a:ext cx="3690403" cy="194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7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01</a:t>
            </a:r>
            <a:endParaRPr lang="en-US" sz="1287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39459" y="7696200"/>
            <a:ext cx="7265081" cy="36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Elaborate on what you want to discuss. </a:t>
            </a:r>
            <a:endParaRPr lang="en-US" sz="23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WPS 表格</Application>
  <PresentationFormat>自定义</PresentationFormat>
  <Paragraphs>67</Paragraphs>
  <Slides>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Cabin</vt:lpstr>
      <vt:lpstr>Cabin SemiBold</vt:lpstr>
      <vt:lpstr>微软雅黑</vt:lpstr>
      <vt:lpstr>汉仪旗黑</vt:lpstr>
      <vt:lpstr>宋体</vt:lpstr>
      <vt:lpstr>Arial Unicode MS</vt:lpstr>
      <vt:lpstr>汉仪书宋二KW</vt:lpstr>
      <vt:lpstr>Cabin</vt:lpstr>
      <vt:lpstr>Cabin SemiBold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2</cp:revision>
  <dcterms:created xsi:type="dcterms:W3CDTF">2025-09-04T08:47:29Z</dcterms:created>
  <dcterms:modified xsi:type="dcterms:W3CDTF">2025-09-04T08:47:29Z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DB58F1614B7E9B9E2152B968C4D0BB78_42</vt:lpwstr>
  </property>
  <property fmtid="{D5CDD505-2E9C-101B-9397-08002B2CF9AE}" pid="3" name="KSOProductBuildVer">
    <vt:lpwstr>2052-12.1.21861.21861</vt:lpwstr>
  </property>
</Properties>
</file>