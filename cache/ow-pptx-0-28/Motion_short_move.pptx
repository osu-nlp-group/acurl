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8288000" cy="10287000"/>
  <p:notesSz cx="6858000" cy="9144000"/>
  <p:embeddedFontLst>
    <p:embeddedFont>
      <p:font typeface="Calibri" panose="020F0502020204030204"/>
      <p:regular r:id="rId11"/>
    </p:embeddedFont>
    <p:embeddedFont>
      <p:font typeface="Cabin"/>
      <p:regular r:id="rId12"/>
    </p:embeddedFont>
    <p:embeddedFont>
      <p:font typeface="Cabin SemiBold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40"/>
  </p:normalViewPr>
  <p:slideViewPr>
    <p:cSldViewPr snapToGrid="0" showGuides="1">
      <p:cViewPr varScale="1">
        <p:scale>
          <a:sx n="74" d="100"/>
          <a:sy n="74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D0D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1"/>
          <a:srcRect t="7733" b="773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-1771630" y="1720235"/>
            <a:ext cx="15469712" cy="1697788"/>
          </a:xfrm>
          <a:custGeom>
            <a:avLst/>
            <a:gdLst/>
            <a:ahLst/>
            <a:cxnLst/>
            <a:rect l="l" t="t" r="r" b="b"/>
            <a:pathLst>
              <a:path w="3251282" h="356825" extrusionOk="0">
                <a:moveTo>
                  <a:pt x="39036" y="0"/>
                </a:moveTo>
                <a:lnTo>
                  <a:pt x="3212247" y="0"/>
                </a:lnTo>
                <a:cubicBezTo>
                  <a:pt x="3233805" y="0"/>
                  <a:pt x="3251282" y="17477"/>
                  <a:pt x="3251282" y="39036"/>
                </a:cubicBezTo>
                <a:lnTo>
                  <a:pt x="3251282" y="317790"/>
                </a:lnTo>
                <a:cubicBezTo>
                  <a:pt x="3251282" y="339349"/>
                  <a:pt x="3233805" y="356825"/>
                  <a:pt x="3212247" y="356825"/>
                </a:cubicBezTo>
                <a:lnTo>
                  <a:pt x="39036" y="356825"/>
                </a:lnTo>
                <a:cubicBezTo>
                  <a:pt x="17477" y="356825"/>
                  <a:pt x="0" y="339349"/>
                  <a:pt x="0" y="317790"/>
                </a:cubicBezTo>
                <a:lnTo>
                  <a:pt x="0" y="39036"/>
                </a:lnTo>
                <a:cubicBezTo>
                  <a:pt x="0" y="17477"/>
                  <a:pt x="17477" y="0"/>
                  <a:pt x="39036" y="0"/>
                </a:cubicBezTo>
                <a:close/>
              </a:path>
            </a:pathLst>
          </a:custGeom>
          <a:solidFill>
            <a:srgbClr val="EAF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6" name="Google Shape;86;p13"/>
          <p:cNvGrpSpPr/>
          <p:nvPr/>
        </p:nvGrpSpPr>
        <p:grpSpPr>
          <a:xfrm>
            <a:off x="9003197" y="4864906"/>
            <a:ext cx="9883506" cy="3957976"/>
            <a:chOff x="0" y="-19050"/>
            <a:chExt cx="2077225" cy="831850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2077225" cy="356825"/>
            </a:xfrm>
            <a:custGeom>
              <a:avLst/>
              <a:gdLst/>
              <a:ahLst/>
              <a:cxnLst/>
              <a:rect l="l" t="t" r="r" b="b"/>
              <a:pathLst>
                <a:path w="2077225" h="356825" extrusionOk="0">
                  <a:moveTo>
                    <a:pt x="61099" y="0"/>
                  </a:moveTo>
                  <a:lnTo>
                    <a:pt x="2016126" y="0"/>
                  </a:lnTo>
                  <a:cubicBezTo>
                    <a:pt x="2049870" y="0"/>
                    <a:pt x="2077225" y="27355"/>
                    <a:pt x="2077225" y="61099"/>
                  </a:cubicBezTo>
                  <a:lnTo>
                    <a:pt x="2077225" y="295727"/>
                  </a:lnTo>
                  <a:cubicBezTo>
                    <a:pt x="2077225" y="329471"/>
                    <a:pt x="2049870" y="356825"/>
                    <a:pt x="2016126" y="356825"/>
                  </a:cubicBezTo>
                  <a:lnTo>
                    <a:pt x="61099" y="356825"/>
                  </a:lnTo>
                  <a:cubicBezTo>
                    <a:pt x="27355" y="356825"/>
                    <a:pt x="0" y="329471"/>
                    <a:pt x="0" y="295727"/>
                  </a:cubicBezTo>
                  <a:lnTo>
                    <a:pt x="0" y="61099"/>
                  </a:lnTo>
                  <a:cubicBezTo>
                    <a:pt x="0" y="27355"/>
                    <a:pt x="27355" y="0"/>
                    <a:pt x="61099" y="0"/>
                  </a:cubicBezTo>
                  <a:close/>
                </a:path>
              </a:pathLst>
            </a:custGeom>
            <a:solidFill>
              <a:srgbClr val="D46B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-279723" y="1717125"/>
            <a:ext cx="13479600" cy="16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25" b="0" i="0" u="none" strike="noStrike" cap="none">
                <a:solidFill>
                  <a:srgbClr val="303030"/>
                </a:solidFill>
                <a:latin typeface="Cabin"/>
                <a:ea typeface="Cabin"/>
                <a:cs typeface="Cabin"/>
                <a:sym typeface="Cabin"/>
              </a:rPr>
              <a:t>MOTION GRAPHICS</a:t>
            </a:r>
            <a:endParaRPr lang="en-US" sz="10725" b="0" i="0" u="none" strike="noStrike" cap="none">
              <a:solidFill>
                <a:srgbClr val="30303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990125" y="3679907"/>
            <a:ext cx="3561600" cy="16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25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AND</a:t>
            </a:r>
            <a:endParaRPr lang="en-US" sz="10725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555750" y="4940025"/>
            <a:ext cx="8369100" cy="16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25" b="0" i="0" u="none" strike="noStrike" cap="none">
                <a:solidFill>
                  <a:srgbClr val="303030"/>
                </a:solidFill>
                <a:latin typeface="Cabin"/>
                <a:ea typeface="Cabin"/>
                <a:cs typeface="Cabin"/>
                <a:sym typeface="Cabin"/>
              </a:rPr>
              <a:t>ANIMATION</a:t>
            </a:r>
            <a:endParaRPr lang="en-US" sz="10725" b="0" i="0" u="none" strike="noStrike" cap="none">
              <a:solidFill>
                <a:srgbClr val="30303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522211" y="7017859"/>
            <a:ext cx="7520100" cy="16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25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PORTFOLIO</a:t>
            </a:r>
            <a:endParaRPr lang="en-US" sz="10725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4365891" y="882153"/>
            <a:ext cx="3306074" cy="3306074"/>
          </a:xfrm>
          <a:custGeom>
            <a:avLst/>
            <a:gdLst/>
            <a:ahLst/>
            <a:cxnLst/>
            <a:rect l="l" t="t" r="r" b="b"/>
            <a:pathLst>
              <a:path w="3306074" h="3306074" extrusionOk="0">
                <a:moveTo>
                  <a:pt x="0" y="0"/>
                </a:moveTo>
                <a:lnTo>
                  <a:pt x="3306073" y="0"/>
                </a:lnTo>
                <a:lnTo>
                  <a:pt x="3306073" y="3306073"/>
                </a:lnTo>
                <a:lnTo>
                  <a:pt x="0" y="33060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94" name="Google Shape;94;p13"/>
          <p:cNvSpPr/>
          <p:nvPr/>
        </p:nvSpPr>
        <p:spPr>
          <a:xfrm>
            <a:off x="1028700" y="6741787"/>
            <a:ext cx="2763553" cy="2663060"/>
          </a:xfrm>
          <a:custGeom>
            <a:avLst/>
            <a:gdLst/>
            <a:ahLst/>
            <a:cxnLst/>
            <a:rect l="l" t="t" r="r" b="b"/>
            <a:pathLst>
              <a:path w="2763553" h="2663060" extrusionOk="0">
                <a:moveTo>
                  <a:pt x="0" y="0"/>
                </a:moveTo>
                <a:lnTo>
                  <a:pt x="2763553" y="0"/>
                </a:lnTo>
                <a:lnTo>
                  <a:pt x="2763553" y="2663060"/>
                </a:lnTo>
                <a:lnTo>
                  <a:pt x="0" y="2663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4"/>
          <p:cNvGrpSpPr/>
          <p:nvPr/>
        </p:nvGrpSpPr>
        <p:grpSpPr>
          <a:xfrm>
            <a:off x="586858" y="2854792"/>
            <a:ext cx="5143500" cy="6403508"/>
            <a:chOff x="0" y="-19050"/>
            <a:chExt cx="1354667" cy="1686521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1354667" cy="1667471"/>
            </a:xfrm>
            <a:custGeom>
              <a:avLst/>
              <a:gdLst/>
              <a:ahLst/>
              <a:cxnLst/>
              <a:rect l="l" t="t" r="r" b="b"/>
              <a:pathLst>
                <a:path w="1354667" h="1667471" extrusionOk="0">
                  <a:moveTo>
                    <a:pt x="46661" y="0"/>
                  </a:moveTo>
                  <a:lnTo>
                    <a:pt x="1308006" y="0"/>
                  </a:lnTo>
                  <a:cubicBezTo>
                    <a:pt x="1320381" y="0"/>
                    <a:pt x="1332249" y="4916"/>
                    <a:pt x="1341000" y="13667"/>
                  </a:cubicBezTo>
                  <a:cubicBezTo>
                    <a:pt x="1349751" y="22417"/>
                    <a:pt x="1354667" y="34286"/>
                    <a:pt x="1354667" y="46661"/>
                  </a:cubicBezTo>
                  <a:lnTo>
                    <a:pt x="1354667" y="1620810"/>
                  </a:lnTo>
                  <a:cubicBezTo>
                    <a:pt x="1354667" y="1633185"/>
                    <a:pt x="1349751" y="1645053"/>
                    <a:pt x="1341000" y="1653804"/>
                  </a:cubicBezTo>
                  <a:cubicBezTo>
                    <a:pt x="1332249" y="1662555"/>
                    <a:pt x="1320381" y="1667471"/>
                    <a:pt x="1308006" y="1667471"/>
                  </a:cubicBezTo>
                  <a:lnTo>
                    <a:pt x="46661" y="1667471"/>
                  </a:lnTo>
                  <a:cubicBezTo>
                    <a:pt x="34286" y="1667471"/>
                    <a:pt x="22417" y="1662555"/>
                    <a:pt x="13667" y="1653804"/>
                  </a:cubicBezTo>
                  <a:cubicBezTo>
                    <a:pt x="4916" y="1645053"/>
                    <a:pt x="0" y="1633185"/>
                    <a:pt x="0" y="1620810"/>
                  </a:cubicBezTo>
                  <a:lnTo>
                    <a:pt x="0" y="46661"/>
                  </a:lnTo>
                  <a:cubicBezTo>
                    <a:pt x="0" y="34286"/>
                    <a:pt x="4916" y="22417"/>
                    <a:pt x="13667" y="13667"/>
                  </a:cubicBezTo>
                  <a:cubicBezTo>
                    <a:pt x="22417" y="4916"/>
                    <a:pt x="34286" y="0"/>
                    <a:pt x="466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flat" cmpd="sng">
              <a:solidFill>
                <a:srgbClr val="EAFD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02" name="Google Shape;102;p14"/>
          <p:cNvGrpSpPr/>
          <p:nvPr/>
        </p:nvGrpSpPr>
        <p:grpSpPr>
          <a:xfrm>
            <a:off x="6572250" y="2854792"/>
            <a:ext cx="5143500" cy="6403508"/>
            <a:chOff x="0" y="-19050"/>
            <a:chExt cx="1354667" cy="1686521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1354667" cy="1667471"/>
            </a:xfrm>
            <a:custGeom>
              <a:avLst/>
              <a:gdLst/>
              <a:ahLst/>
              <a:cxnLst/>
              <a:rect l="l" t="t" r="r" b="b"/>
              <a:pathLst>
                <a:path w="1354667" h="1667471" extrusionOk="0">
                  <a:moveTo>
                    <a:pt x="46661" y="0"/>
                  </a:moveTo>
                  <a:lnTo>
                    <a:pt x="1308006" y="0"/>
                  </a:lnTo>
                  <a:cubicBezTo>
                    <a:pt x="1320381" y="0"/>
                    <a:pt x="1332249" y="4916"/>
                    <a:pt x="1341000" y="13667"/>
                  </a:cubicBezTo>
                  <a:cubicBezTo>
                    <a:pt x="1349751" y="22417"/>
                    <a:pt x="1354667" y="34286"/>
                    <a:pt x="1354667" y="46661"/>
                  </a:cubicBezTo>
                  <a:lnTo>
                    <a:pt x="1354667" y="1620810"/>
                  </a:lnTo>
                  <a:cubicBezTo>
                    <a:pt x="1354667" y="1633185"/>
                    <a:pt x="1349751" y="1645053"/>
                    <a:pt x="1341000" y="1653804"/>
                  </a:cubicBezTo>
                  <a:cubicBezTo>
                    <a:pt x="1332249" y="1662555"/>
                    <a:pt x="1320381" y="1667471"/>
                    <a:pt x="1308006" y="1667471"/>
                  </a:cubicBezTo>
                  <a:lnTo>
                    <a:pt x="46661" y="1667471"/>
                  </a:lnTo>
                  <a:cubicBezTo>
                    <a:pt x="34286" y="1667471"/>
                    <a:pt x="22417" y="1662555"/>
                    <a:pt x="13667" y="1653804"/>
                  </a:cubicBezTo>
                  <a:cubicBezTo>
                    <a:pt x="4916" y="1645053"/>
                    <a:pt x="0" y="1633185"/>
                    <a:pt x="0" y="1620810"/>
                  </a:cubicBezTo>
                  <a:lnTo>
                    <a:pt x="0" y="46661"/>
                  </a:lnTo>
                  <a:cubicBezTo>
                    <a:pt x="0" y="34286"/>
                    <a:pt x="4916" y="22417"/>
                    <a:pt x="13667" y="13667"/>
                  </a:cubicBezTo>
                  <a:cubicBezTo>
                    <a:pt x="22417" y="4916"/>
                    <a:pt x="34286" y="0"/>
                    <a:pt x="466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flat" cmpd="sng">
              <a:solidFill>
                <a:srgbClr val="EAFD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5" name="Google Shape;105;p14"/>
          <p:cNvSpPr/>
          <p:nvPr/>
        </p:nvSpPr>
        <p:spPr>
          <a:xfrm>
            <a:off x="2365095" y="4470172"/>
            <a:ext cx="1928067" cy="1500386"/>
          </a:xfrm>
          <a:custGeom>
            <a:avLst/>
            <a:gdLst/>
            <a:ahLst/>
            <a:cxnLst/>
            <a:rect l="l" t="t" r="r" b="b"/>
            <a:pathLst>
              <a:path w="1928067" h="1500386" extrusionOk="0">
                <a:moveTo>
                  <a:pt x="0" y="0"/>
                </a:moveTo>
                <a:lnTo>
                  <a:pt x="1928067" y="0"/>
                </a:lnTo>
                <a:lnTo>
                  <a:pt x="1928067" y="1500386"/>
                </a:lnTo>
                <a:lnTo>
                  <a:pt x="0" y="1500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06" name="Google Shape;106;p14"/>
          <p:cNvSpPr/>
          <p:nvPr/>
        </p:nvSpPr>
        <p:spPr>
          <a:xfrm>
            <a:off x="8280807" y="4470172"/>
            <a:ext cx="1726386" cy="1500386"/>
          </a:xfrm>
          <a:custGeom>
            <a:avLst/>
            <a:gdLst/>
            <a:ahLst/>
            <a:cxnLst/>
            <a:rect l="l" t="t" r="r" b="b"/>
            <a:pathLst>
              <a:path w="1726386" h="1500386" extrusionOk="0">
                <a:moveTo>
                  <a:pt x="0" y="0"/>
                </a:moveTo>
                <a:lnTo>
                  <a:pt x="1726386" y="0"/>
                </a:lnTo>
                <a:lnTo>
                  <a:pt x="1726386" y="1500386"/>
                </a:lnTo>
                <a:lnTo>
                  <a:pt x="0" y="1500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grpSp>
        <p:nvGrpSpPr>
          <p:cNvPr id="107" name="Google Shape;107;p14"/>
          <p:cNvGrpSpPr/>
          <p:nvPr/>
        </p:nvGrpSpPr>
        <p:grpSpPr>
          <a:xfrm>
            <a:off x="12553950" y="2890957"/>
            <a:ext cx="5143500" cy="6367343"/>
            <a:chOff x="0" y="-9525"/>
            <a:chExt cx="1354667" cy="1676996"/>
          </a:xfrm>
        </p:grpSpPr>
        <p:sp>
          <p:nvSpPr>
            <p:cNvPr id="108" name="Google Shape;108;p14"/>
            <p:cNvSpPr/>
            <p:nvPr/>
          </p:nvSpPr>
          <p:spPr>
            <a:xfrm>
              <a:off x="0" y="0"/>
              <a:ext cx="1354667" cy="1667471"/>
            </a:xfrm>
            <a:custGeom>
              <a:avLst/>
              <a:gdLst/>
              <a:ahLst/>
              <a:cxnLst/>
              <a:rect l="l" t="t" r="r" b="b"/>
              <a:pathLst>
                <a:path w="1354667" h="1667471" extrusionOk="0">
                  <a:moveTo>
                    <a:pt x="46661" y="0"/>
                  </a:moveTo>
                  <a:lnTo>
                    <a:pt x="1308006" y="0"/>
                  </a:lnTo>
                  <a:cubicBezTo>
                    <a:pt x="1320381" y="0"/>
                    <a:pt x="1332249" y="4916"/>
                    <a:pt x="1341000" y="13667"/>
                  </a:cubicBezTo>
                  <a:cubicBezTo>
                    <a:pt x="1349751" y="22417"/>
                    <a:pt x="1354667" y="34286"/>
                    <a:pt x="1354667" y="46661"/>
                  </a:cubicBezTo>
                  <a:lnTo>
                    <a:pt x="1354667" y="1620810"/>
                  </a:lnTo>
                  <a:cubicBezTo>
                    <a:pt x="1354667" y="1633185"/>
                    <a:pt x="1349751" y="1645053"/>
                    <a:pt x="1341000" y="1653804"/>
                  </a:cubicBezTo>
                  <a:cubicBezTo>
                    <a:pt x="1332249" y="1662555"/>
                    <a:pt x="1320381" y="1667471"/>
                    <a:pt x="1308006" y="1667471"/>
                  </a:cubicBezTo>
                  <a:lnTo>
                    <a:pt x="46661" y="1667471"/>
                  </a:lnTo>
                  <a:cubicBezTo>
                    <a:pt x="34286" y="1667471"/>
                    <a:pt x="22417" y="1662555"/>
                    <a:pt x="13667" y="1653804"/>
                  </a:cubicBezTo>
                  <a:cubicBezTo>
                    <a:pt x="4916" y="1645053"/>
                    <a:pt x="0" y="1633185"/>
                    <a:pt x="0" y="1620810"/>
                  </a:cubicBezTo>
                  <a:lnTo>
                    <a:pt x="0" y="46661"/>
                  </a:lnTo>
                  <a:cubicBezTo>
                    <a:pt x="0" y="34286"/>
                    <a:pt x="4916" y="22417"/>
                    <a:pt x="13667" y="13667"/>
                  </a:cubicBezTo>
                  <a:cubicBezTo>
                    <a:pt x="22417" y="4916"/>
                    <a:pt x="34286" y="0"/>
                    <a:pt x="466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flat" cmpd="sng">
              <a:solidFill>
                <a:srgbClr val="EAFD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10" name="Google Shape;110;p14"/>
          <p:cNvSpPr/>
          <p:nvPr/>
        </p:nvSpPr>
        <p:spPr>
          <a:xfrm>
            <a:off x="14375507" y="4470172"/>
            <a:ext cx="1500386" cy="1500386"/>
          </a:xfrm>
          <a:custGeom>
            <a:avLst/>
            <a:gdLst/>
            <a:ahLst/>
            <a:cxnLst/>
            <a:rect l="l" t="t" r="r" b="b"/>
            <a:pathLst>
              <a:path w="1500386" h="1500386" extrusionOk="0">
                <a:moveTo>
                  <a:pt x="0" y="0"/>
                </a:moveTo>
                <a:lnTo>
                  <a:pt x="1500386" y="0"/>
                </a:lnTo>
                <a:lnTo>
                  <a:pt x="1500386" y="1500386"/>
                </a:lnTo>
                <a:lnTo>
                  <a:pt x="0" y="1500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1" name="Google Shape;111;p14"/>
          <p:cNvSpPr txBox="1"/>
          <p:nvPr/>
        </p:nvSpPr>
        <p:spPr>
          <a:xfrm>
            <a:off x="292740" y="6393935"/>
            <a:ext cx="57294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Click on the "Google Slides" button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below this presentation preview. 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Click on "Make a copy."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Start editing your presentation.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You need to sign in to your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Google account.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586858" y="3392230"/>
            <a:ext cx="514130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Google Slides</a:t>
            </a:r>
            <a:endParaRPr lang="en-US" sz="3500" b="1" i="0" u="none" strike="noStrike" cap="none">
              <a:solidFill>
                <a:srgbClr val="EAFD8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896450" y="6393935"/>
            <a:ext cx="44952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Click on the "PowerPoint" button below this presentation preview. 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Start editing your presentation.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Download and install the fonts used in this presentation as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listed on the next page.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573349" y="3392230"/>
            <a:ext cx="514130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PowerPoint</a:t>
            </a:r>
            <a:endParaRPr lang="en-US" sz="3500" b="1" i="0" u="none" strike="noStrike" cap="none">
              <a:solidFill>
                <a:srgbClr val="EAFD8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2555049" y="6393935"/>
            <a:ext cx="5141400" cy="19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Click on the "Canva" button under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this presentation preview. 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Start editing your presentation.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You need to sign in to your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Canva account.</a:t>
            </a:r>
            <a:endParaRPr lang="en-US" sz="22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2555049" y="3392230"/>
            <a:ext cx="514130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Canva</a:t>
            </a:r>
            <a:endParaRPr lang="en-US" sz="3500" b="1" i="0" u="none" strike="noStrike" cap="none">
              <a:solidFill>
                <a:srgbClr val="EAFD8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3553652" y="1028700"/>
            <a:ext cx="1118069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EAFD8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How to Use This Presentation</a:t>
            </a:r>
            <a:endParaRPr lang="en-US" sz="6600" b="0" i="0" u="none" strike="noStrike" cap="none">
              <a:solidFill>
                <a:srgbClr val="EAFD8F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586984" y="5"/>
            <a:ext cx="7265081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Introduction</a:t>
            </a:r>
            <a:endParaRPr lang="en-US" sz="88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5"/>
          <p:cNvGrpSpPr/>
          <p:nvPr/>
        </p:nvGrpSpPr>
        <p:grpSpPr>
          <a:xfrm>
            <a:off x="2521211" y="3773015"/>
            <a:ext cx="3086100" cy="3158430"/>
            <a:chOff x="0" y="-19050"/>
            <a:chExt cx="812800" cy="831850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77768" y="0"/>
                  </a:moveTo>
                  <a:lnTo>
                    <a:pt x="735032" y="0"/>
                  </a:lnTo>
                  <a:cubicBezTo>
                    <a:pt x="755657" y="0"/>
                    <a:pt x="775438" y="8193"/>
                    <a:pt x="790022" y="22778"/>
                  </a:cubicBezTo>
                  <a:cubicBezTo>
                    <a:pt x="804607" y="37362"/>
                    <a:pt x="812800" y="57143"/>
                    <a:pt x="812800" y="77768"/>
                  </a:cubicBezTo>
                  <a:lnTo>
                    <a:pt x="812800" y="735032"/>
                  </a:lnTo>
                  <a:cubicBezTo>
                    <a:pt x="812800" y="755657"/>
                    <a:pt x="804607" y="775438"/>
                    <a:pt x="790022" y="790022"/>
                  </a:cubicBezTo>
                  <a:cubicBezTo>
                    <a:pt x="775438" y="804607"/>
                    <a:pt x="755657" y="812800"/>
                    <a:pt x="735032" y="812800"/>
                  </a:cubicBezTo>
                  <a:lnTo>
                    <a:pt x="77768" y="812800"/>
                  </a:lnTo>
                  <a:cubicBezTo>
                    <a:pt x="57143" y="812800"/>
                    <a:pt x="37362" y="804607"/>
                    <a:pt x="22778" y="790022"/>
                  </a:cubicBezTo>
                  <a:cubicBezTo>
                    <a:pt x="8193" y="775438"/>
                    <a:pt x="0" y="755657"/>
                    <a:pt x="0" y="735032"/>
                  </a:cubicBezTo>
                  <a:lnTo>
                    <a:pt x="0" y="77768"/>
                  </a:lnTo>
                  <a:cubicBezTo>
                    <a:pt x="0" y="57143"/>
                    <a:pt x="8193" y="37362"/>
                    <a:pt x="22778" y="22778"/>
                  </a:cubicBezTo>
                  <a:cubicBezTo>
                    <a:pt x="37362" y="8193"/>
                    <a:pt x="57143" y="0"/>
                    <a:pt x="77768" y="0"/>
                  </a:cubicBezTo>
                  <a:close/>
                </a:path>
              </a:pathLst>
            </a:custGeom>
            <a:solidFill>
              <a:srgbClr val="D46B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12922876" y="3773015"/>
            <a:ext cx="3086100" cy="3158430"/>
            <a:chOff x="0" y="-19050"/>
            <a:chExt cx="812800" cy="831850"/>
          </a:xfrm>
        </p:grpSpPr>
        <p:sp>
          <p:nvSpPr>
            <p:cNvPr id="126" name="Google Shape;126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77768" y="0"/>
                  </a:moveTo>
                  <a:lnTo>
                    <a:pt x="735032" y="0"/>
                  </a:lnTo>
                  <a:cubicBezTo>
                    <a:pt x="755657" y="0"/>
                    <a:pt x="775438" y="8193"/>
                    <a:pt x="790022" y="22778"/>
                  </a:cubicBezTo>
                  <a:cubicBezTo>
                    <a:pt x="804607" y="37362"/>
                    <a:pt x="812800" y="57143"/>
                    <a:pt x="812800" y="77768"/>
                  </a:cubicBezTo>
                  <a:lnTo>
                    <a:pt x="812800" y="735032"/>
                  </a:lnTo>
                  <a:cubicBezTo>
                    <a:pt x="812800" y="755657"/>
                    <a:pt x="804607" y="775438"/>
                    <a:pt x="790022" y="790022"/>
                  </a:cubicBezTo>
                  <a:cubicBezTo>
                    <a:pt x="775438" y="804607"/>
                    <a:pt x="755657" y="812800"/>
                    <a:pt x="735032" y="812800"/>
                  </a:cubicBezTo>
                  <a:lnTo>
                    <a:pt x="77768" y="812800"/>
                  </a:lnTo>
                  <a:cubicBezTo>
                    <a:pt x="57143" y="812800"/>
                    <a:pt x="37362" y="804607"/>
                    <a:pt x="22778" y="790022"/>
                  </a:cubicBezTo>
                  <a:cubicBezTo>
                    <a:pt x="8193" y="775438"/>
                    <a:pt x="0" y="755657"/>
                    <a:pt x="0" y="735032"/>
                  </a:cubicBezTo>
                  <a:lnTo>
                    <a:pt x="0" y="77768"/>
                  </a:lnTo>
                  <a:cubicBezTo>
                    <a:pt x="0" y="57143"/>
                    <a:pt x="8193" y="37362"/>
                    <a:pt x="22778" y="22778"/>
                  </a:cubicBezTo>
                  <a:cubicBezTo>
                    <a:pt x="37362" y="8193"/>
                    <a:pt x="57143" y="0"/>
                    <a:pt x="77768" y="0"/>
                  </a:cubicBezTo>
                  <a:close/>
                </a:path>
              </a:pathLst>
            </a:custGeom>
            <a:solidFill>
              <a:srgbClr val="D46B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8" name="Google Shape;128;p15"/>
          <p:cNvGrpSpPr/>
          <p:nvPr/>
        </p:nvGrpSpPr>
        <p:grpSpPr>
          <a:xfrm>
            <a:off x="7600950" y="3773015"/>
            <a:ext cx="3086100" cy="3158430"/>
            <a:chOff x="0" y="-19050"/>
            <a:chExt cx="812800" cy="831850"/>
          </a:xfrm>
        </p:grpSpPr>
        <p:sp>
          <p:nvSpPr>
            <p:cNvPr id="129" name="Google Shape;129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77768" y="0"/>
                  </a:moveTo>
                  <a:lnTo>
                    <a:pt x="735032" y="0"/>
                  </a:lnTo>
                  <a:cubicBezTo>
                    <a:pt x="755657" y="0"/>
                    <a:pt x="775438" y="8193"/>
                    <a:pt x="790022" y="22778"/>
                  </a:cubicBezTo>
                  <a:cubicBezTo>
                    <a:pt x="804607" y="37362"/>
                    <a:pt x="812800" y="57143"/>
                    <a:pt x="812800" y="77768"/>
                  </a:cubicBezTo>
                  <a:lnTo>
                    <a:pt x="812800" y="735032"/>
                  </a:lnTo>
                  <a:cubicBezTo>
                    <a:pt x="812800" y="755657"/>
                    <a:pt x="804607" y="775438"/>
                    <a:pt x="790022" y="790022"/>
                  </a:cubicBezTo>
                  <a:cubicBezTo>
                    <a:pt x="775438" y="804607"/>
                    <a:pt x="755657" y="812800"/>
                    <a:pt x="735032" y="812800"/>
                  </a:cubicBezTo>
                  <a:lnTo>
                    <a:pt x="77768" y="812800"/>
                  </a:lnTo>
                  <a:cubicBezTo>
                    <a:pt x="57143" y="812800"/>
                    <a:pt x="37362" y="804607"/>
                    <a:pt x="22778" y="790022"/>
                  </a:cubicBezTo>
                  <a:cubicBezTo>
                    <a:pt x="8193" y="775438"/>
                    <a:pt x="0" y="755657"/>
                    <a:pt x="0" y="735032"/>
                  </a:cubicBezTo>
                  <a:lnTo>
                    <a:pt x="0" y="77768"/>
                  </a:lnTo>
                  <a:cubicBezTo>
                    <a:pt x="0" y="57143"/>
                    <a:pt x="8193" y="37362"/>
                    <a:pt x="22778" y="22778"/>
                  </a:cubicBezTo>
                  <a:cubicBezTo>
                    <a:pt x="37362" y="8193"/>
                    <a:pt x="57143" y="0"/>
                    <a:pt x="77768" y="0"/>
                  </a:cubicBezTo>
                  <a:close/>
                </a:path>
              </a:pathLst>
            </a:custGeom>
            <a:solidFill>
              <a:srgbClr val="D46B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31" name="Google Shape;131;p15"/>
          <p:cNvSpPr/>
          <p:nvPr/>
        </p:nvSpPr>
        <p:spPr>
          <a:xfrm>
            <a:off x="15870346" y="-360254"/>
            <a:ext cx="2777909" cy="2777909"/>
          </a:xfrm>
          <a:custGeom>
            <a:avLst/>
            <a:gdLst/>
            <a:ahLst/>
            <a:cxnLst/>
            <a:rect l="l" t="t" r="r" b="b"/>
            <a:pathLst>
              <a:path w="2777909" h="2777909" extrusionOk="0">
                <a:moveTo>
                  <a:pt x="0" y="0"/>
                </a:moveTo>
                <a:lnTo>
                  <a:pt x="2777908" y="0"/>
                </a:lnTo>
                <a:lnTo>
                  <a:pt x="2777908" y="2777908"/>
                </a:lnTo>
                <a:lnTo>
                  <a:pt x="0" y="2777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32" name="Google Shape;132;p15"/>
          <p:cNvSpPr/>
          <p:nvPr/>
        </p:nvSpPr>
        <p:spPr>
          <a:xfrm rot="10800000">
            <a:off x="-256698" y="8092987"/>
            <a:ext cx="2777909" cy="2777909"/>
          </a:xfrm>
          <a:custGeom>
            <a:avLst/>
            <a:gdLst/>
            <a:ahLst/>
            <a:cxnLst/>
            <a:rect l="l" t="t" r="r" b="b"/>
            <a:pathLst>
              <a:path w="2777909" h="2777909" extrusionOk="0">
                <a:moveTo>
                  <a:pt x="2777909" y="2777908"/>
                </a:moveTo>
                <a:lnTo>
                  <a:pt x="0" y="2777908"/>
                </a:lnTo>
                <a:lnTo>
                  <a:pt x="0" y="0"/>
                </a:lnTo>
                <a:lnTo>
                  <a:pt x="2777909" y="0"/>
                </a:lnTo>
                <a:lnTo>
                  <a:pt x="2777909" y="2777908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33" name="Google Shape;133;p15"/>
          <p:cNvSpPr txBox="1"/>
          <p:nvPr/>
        </p:nvSpPr>
        <p:spPr>
          <a:xfrm>
            <a:off x="7490963" y="2969045"/>
            <a:ext cx="3306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1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OUR SERVICES</a:t>
            </a:r>
            <a:endParaRPr i="1"/>
          </a:p>
        </p:txBody>
      </p:sp>
      <p:sp>
        <p:nvSpPr>
          <p:cNvPr id="134" name="Google Shape;134;p15"/>
          <p:cNvSpPr txBox="1"/>
          <p:nvPr/>
        </p:nvSpPr>
        <p:spPr>
          <a:xfrm>
            <a:off x="7490963" y="7293395"/>
            <a:ext cx="3306074" cy="79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Elaborate on what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you want to discuss.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2247283" y="2969045"/>
            <a:ext cx="3633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1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INTRODUCTION</a:t>
            </a:r>
            <a:endParaRPr i="1"/>
          </a:p>
        </p:txBody>
      </p:sp>
      <p:sp>
        <p:nvSpPr>
          <p:cNvPr id="136" name="Google Shape;136;p15"/>
          <p:cNvSpPr txBox="1"/>
          <p:nvPr/>
        </p:nvSpPr>
        <p:spPr>
          <a:xfrm>
            <a:off x="2411224" y="7293395"/>
            <a:ext cx="3306074" cy="79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Elaborate on what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you want to discuss.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2403194" y="2969045"/>
            <a:ext cx="4125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1" u="none" strike="noStrike" cap="none">
                <a:solidFill>
                  <a:srgbClr val="EAFD8F"/>
                </a:solidFill>
                <a:latin typeface="Cabin"/>
                <a:ea typeface="Cabin"/>
                <a:cs typeface="Cabin"/>
                <a:sym typeface="Cabin"/>
              </a:rPr>
              <a:t>ABOUT US</a:t>
            </a:r>
            <a:endParaRPr i="1"/>
          </a:p>
        </p:txBody>
      </p:sp>
      <p:sp>
        <p:nvSpPr>
          <p:cNvPr id="138" name="Google Shape;138;p15"/>
          <p:cNvSpPr txBox="1"/>
          <p:nvPr/>
        </p:nvSpPr>
        <p:spPr>
          <a:xfrm>
            <a:off x="12812889" y="7293395"/>
            <a:ext cx="3306074" cy="79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Elaborate on what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ctr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you want to discuss.</a:t>
            </a:r>
            <a:endParaRPr lang="en-US" sz="2300" b="0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5662710" y="1028700"/>
            <a:ext cx="6962579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EAFD8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Agenda Page</a:t>
            </a:r>
            <a:endParaRPr lang="en-US" sz="6600" b="0" i="0" u="none" strike="noStrike" cap="none">
              <a:solidFill>
                <a:srgbClr val="EAFD8F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2638454" y="4191483"/>
            <a:ext cx="2688789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303030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01</a:t>
            </a:r>
            <a:endParaRPr lang="en-US" sz="14875" b="0" i="0" u="none" strike="noStrike" cap="none">
              <a:solidFill>
                <a:srgbClr val="303030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5905149" y="4096233"/>
            <a:ext cx="1532978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EAFD8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+</a:t>
            </a:r>
            <a:endParaRPr lang="en-US" sz="14875" b="0" i="0" u="none" strike="noStrike" cap="none">
              <a:solidFill>
                <a:srgbClr val="EAFD8F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11092312" y="4096233"/>
            <a:ext cx="1532978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EAFD8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+</a:t>
            </a:r>
            <a:endParaRPr lang="en-US" sz="14875" b="0" i="0" u="none" strike="noStrike" cap="none">
              <a:solidFill>
                <a:srgbClr val="EAFD8F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7438126" y="4191483"/>
            <a:ext cx="3358910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303030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02</a:t>
            </a:r>
            <a:endParaRPr lang="en-US" sz="14875" b="0" i="0" u="none" strike="noStrike" cap="none">
              <a:solidFill>
                <a:srgbClr val="303030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12482133" y="4191483"/>
            <a:ext cx="4046525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5" b="0" i="0" u="none" strike="noStrike" cap="none">
                <a:solidFill>
                  <a:srgbClr val="303030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03</a:t>
            </a:r>
            <a:endParaRPr lang="en-US" sz="14875" b="0" i="0" u="none" strike="noStrike" cap="none">
              <a:solidFill>
                <a:srgbClr val="303030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D0D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/>
          <p:cNvPicPr preferRelativeResize="0"/>
          <p:nvPr/>
        </p:nvPicPr>
        <p:blipFill rotWithShape="1">
          <a:blip r:embed="rId1"/>
          <a:srcRect l="16111" r="16111" b="71406"/>
          <a:stretch>
            <a:fillRect/>
          </a:stretch>
        </p:blipFill>
        <p:spPr>
          <a:xfrm>
            <a:off x="9144000" y="51435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 rotWithShape="1">
          <a:blip r:embed="rId1"/>
          <a:srcRect l="16111" r="16111" b="7140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/>
          <p:nvPr/>
        </p:nvSpPr>
        <p:spPr>
          <a:xfrm>
            <a:off x="6891473" y="2890973"/>
            <a:ext cx="4505053" cy="4505053"/>
          </a:xfrm>
          <a:custGeom>
            <a:avLst/>
            <a:gdLst/>
            <a:ahLst/>
            <a:cxnLst/>
            <a:rect l="l" t="t" r="r" b="b"/>
            <a:pathLst>
              <a:path w="4505053" h="4505053" extrusionOk="0">
                <a:moveTo>
                  <a:pt x="0" y="0"/>
                </a:moveTo>
                <a:lnTo>
                  <a:pt x="4505054" y="0"/>
                </a:lnTo>
                <a:lnTo>
                  <a:pt x="4505054" y="4505054"/>
                </a:lnTo>
                <a:lnTo>
                  <a:pt x="0" y="4505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53" name="Google Shape;153;p16"/>
          <p:cNvSpPr txBox="1"/>
          <p:nvPr/>
        </p:nvSpPr>
        <p:spPr>
          <a:xfrm>
            <a:off x="7199786" y="4176971"/>
            <a:ext cx="3690403" cy="194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7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01</a:t>
            </a:r>
            <a:endParaRPr lang="en-US" sz="1287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939459" y="7696200"/>
            <a:ext cx="7265081" cy="36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Elaborate on what you want to discuss. </a:t>
            </a:r>
            <a:endParaRPr lang="en-US" sz="23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</Words>
  <Application>WPS 表格</Application>
  <PresentationFormat>自定义</PresentationFormat>
  <Paragraphs>67</Paragraphs>
  <Slides>4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Cabin</vt:lpstr>
      <vt:lpstr>Cabin SemiBold</vt:lpstr>
      <vt:lpstr>微软雅黑</vt:lpstr>
      <vt:lpstr>汉仪旗黑</vt:lpstr>
      <vt:lpstr>宋体</vt:lpstr>
      <vt:lpstr>Arial Unicode MS</vt:lpstr>
      <vt:lpstr>汉仪书宋二KW</vt:lpstr>
      <vt:lpstr>Cabin</vt:lpstr>
      <vt:lpstr>Cabin SemiBold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Jayus</cp:lastModifiedBy>
  <cp:revision>3</cp:revision>
  <dcterms:created xsi:type="dcterms:W3CDTF">2025-09-04T09:56:14Z</dcterms:created>
  <dcterms:modified xsi:type="dcterms:W3CDTF">2025-09-04T09:56:14Z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DB58F1614B7E9B9E2152B968C4D0BB78_42</vt:lpwstr>
  </property>
  <property fmtid="{D5CDD505-2E9C-101B-9397-08002B2CF9AE}" pid="3" name="KSOProductBuildVer">
    <vt:lpwstr>2052-12.1.21861.21861</vt:lpwstr>
  </property>
</Properties>
</file>