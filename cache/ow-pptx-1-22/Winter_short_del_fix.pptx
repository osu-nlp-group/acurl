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8" r:id="rId6"/>
    <p:sldId id="259" r:id="rId7"/>
    <p:sldId id="260" r:id="rId8"/>
  </p:sldIdLst>
  <p:sldSz cx="9144000" cy="5143500"/>
  <p:notesSz cx="6858000" cy="9144000"/>
  <p:embeddedFontLst>
    <p:embeddedFont>
      <p:font typeface="Poppins ExtraBold"/>
      <p:regular r:id="rId12"/>
    </p:embeddedFont>
    <p:embeddedFont>
      <p:font typeface="Arimo" panose="020B0604020202020204"/>
      <p:regular r:id="rId13"/>
    </p:embeddedFont>
    <p:embeddedFont>
      <p:font typeface="Lato" panose="020F0802020204030203"/>
      <p:regular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font" Target="fonts/font3.fntdata"/><Relationship Id="rId13" Type="http://schemas.openxmlformats.org/officeDocument/2006/relationships/font" Target="fonts/font2.fntdata"/><Relationship Id="rId12" Type="http://schemas.openxmlformats.org/officeDocument/2006/relationships/font" Target="fonts/font1.fntdata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5e8224e953_2_7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7" name="Google Shape;127;g15e8224e953_2_7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5e8224e953_2_13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5" name="Google Shape;185;g15e8224e953_2_13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5e8224e953_2_17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6" name="Google Shape;226;g15e8224e953_2_17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type="subTitle" idx="1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type="body" idx="1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type="body" idx="1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1" name="Google Shape;81;p18"/>
          <p:cNvSpPr txBox="1"/>
          <p:nvPr>
            <p:ph type="body" idx="2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2" name="Google Shape;82;p18"/>
          <p:cNvSpPr txBox="1"/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type="body" idx="1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/>
        </p:txBody>
      </p:sp>
      <p:sp>
        <p:nvSpPr>
          <p:cNvPr id="88" name="Google Shape;88;p19"/>
          <p:cNvSpPr txBox="1"/>
          <p:nvPr>
            <p:ph type="body" idx="2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89" name="Google Shape;89;p19"/>
          <p:cNvSpPr txBox="1"/>
          <p:nvPr>
            <p:ph type="body" idx="3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/>
        </p:txBody>
      </p:sp>
      <p:sp>
        <p:nvSpPr>
          <p:cNvPr id="90" name="Google Shape;90;p19"/>
          <p:cNvSpPr txBox="1"/>
          <p:nvPr>
            <p:ph type="body" idx="4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91" name="Google Shape;91;p19"/>
          <p:cNvSpPr txBox="1"/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type="body" idx="1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marL="2286000" lvl="4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marL="2743200" lvl="5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02" name="Google Shape;102;p21"/>
          <p:cNvSpPr txBox="1"/>
          <p:nvPr>
            <p:ph type="body" idx="2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type="pic" idx="2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type="body" idx="1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type="body" idx="1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type="body" idx="1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52" name="Google Shape;52;p13"/>
          <p:cNvSpPr txBox="1"/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marR="0" lvl="0" indent="-330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90204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–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90204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90204"/>
              <a:buChar char="–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90204"/>
              <a:buChar char="»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90204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90204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90204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90204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256FF"/>
        </a:solidFill>
        <a:effectLst/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25"/>
          <p:cNvGrpSpPr/>
          <p:nvPr/>
        </p:nvGrpSpPr>
        <p:grpSpPr>
          <a:xfrm>
            <a:off x="14288" y="4708181"/>
            <a:ext cx="9127614" cy="440081"/>
            <a:chOff x="0" y="0"/>
            <a:chExt cx="24340303" cy="1173551"/>
          </a:xfrm>
        </p:grpSpPr>
        <p:pic>
          <p:nvPicPr>
            <p:cNvPr id="130" name="Google Shape;130;p25"/>
            <p:cNvPicPr preferRelativeResize="0"/>
            <p:nvPr/>
          </p:nvPicPr>
          <p:blipFill rotWithShape="1">
            <a:blip r:embed="rId1"/>
            <a:srcRect l="54505" b="50547"/>
            <a:stretch>
              <a:fillRect/>
            </a:stretch>
          </p:blipFill>
          <p:spPr>
            <a:xfrm>
              <a:off x="0" y="0"/>
              <a:ext cx="4183163" cy="11481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1" name="Google Shape;131;p25"/>
            <p:cNvPicPr preferRelativeResize="0"/>
            <p:nvPr/>
          </p:nvPicPr>
          <p:blipFill rotWithShape="1">
            <a:blip r:embed="rId2"/>
            <a:srcRect b="49452"/>
            <a:stretch>
              <a:fillRect/>
            </a:stretch>
          </p:blipFill>
          <p:spPr>
            <a:xfrm>
              <a:off x="2650338" y="0"/>
              <a:ext cx="9194857" cy="11735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" name="Google Shape;132;p25"/>
            <p:cNvPicPr preferRelativeResize="0"/>
            <p:nvPr/>
          </p:nvPicPr>
          <p:blipFill rotWithShape="1">
            <a:blip r:embed="rId3"/>
            <a:srcRect r="1105" b="50547"/>
            <a:stretch>
              <a:fillRect/>
            </a:stretch>
          </p:blipFill>
          <p:spPr>
            <a:xfrm>
              <a:off x="10312371" y="0"/>
              <a:ext cx="9093229" cy="11481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" name="Google Shape;133;p25"/>
            <p:cNvPicPr preferRelativeResize="0"/>
            <p:nvPr/>
          </p:nvPicPr>
          <p:blipFill rotWithShape="1">
            <a:blip r:embed="rId1"/>
            <a:srcRect l="2029" r="30766" b="50638"/>
            <a:stretch>
              <a:fillRect/>
            </a:stretch>
          </p:blipFill>
          <p:spPr>
            <a:xfrm>
              <a:off x="18161000" y="0"/>
              <a:ext cx="6179303" cy="114602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4" name="Google Shape;134;p25"/>
          <p:cNvGrpSpPr/>
          <p:nvPr/>
        </p:nvGrpSpPr>
        <p:grpSpPr>
          <a:xfrm>
            <a:off x="7783" y="-3175"/>
            <a:ext cx="9138598" cy="437357"/>
            <a:chOff x="9528249" y="1155415"/>
            <a:chExt cx="24369595" cy="1166287"/>
          </a:xfrm>
        </p:grpSpPr>
        <p:pic>
          <p:nvPicPr>
            <p:cNvPr id="135" name="Google Shape;135;p25"/>
            <p:cNvPicPr preferRelativeResize="0"/>
            <p:nvPr/>
          </p:nvPicPr>
          <p:blipFill rotWithShape="1">
            <a:blip r:embed="rId3"/>
            <a:srcRect l="20296" t="50773" r="977"/>
            <a:stretch>
              <a:fillRect/>
            </a:stretch>
          </p:blipFill>
          <p:spPr>
            <a:xfrm>
              <a:off x="9528249" y="1178807"/>
              <a:ext cx="7238639" cy="11428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25"/>
            <p:cNvPicPr preferRelativeResize="0"/>
            <p:nvPr/>
          </p:nvPicPr>
          <p:blipFill rotWithShape="1">
            <a:blip r:embed="rId1"/>
            <a:srcRect t="51224"/>
            <a:stretch>
              <a:fillRect/>
            </a:stretch>
          </p:blipFill>
          <p:spPr>
            <a:xfrm>
              <a:off x="15324066" y="1189282"/>
              <a:ext cx="9194857" cy="11324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" name="Google Shape;137;p25"/>
            <p:cNvPicPr preferRelativeResize="0"/>
            <p:nvPr/>
          </p:nvPicPr>
          <p:blipFill rotWithShape="1">
            <a:blip r:embed="rId4"/>
            <a:srcRect t="51224" r="2666"/>
            <a:stretch>
              <a:fillRect/>
            </a:stretch>
          </p:blipFill>
          <p:spPr>
            <a:xfrm>
              <a:off x="22986098" y="1189282"/>
              <a:ext cx="8949596" cy="11324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" name="Google Shape;138;p25"/>
            <p:cNvPicPr preferRelativeResize="0"/>
            <p:nvPr/>
          </p:nvPicPr>
          <p:blipFill rotWithShape="1">
            <a:blip r:embed="rId1"/>
            <a:srcRect t="49765" r="64656"/>
            <a:stretch>
              <a:fillRect/>
            </a:stretch>
          </p:blipFill>
          <p:spPr>
            <a:xfrm>
              <a:off x="30648131" y="1155415"/>
              <a:ext cx="3249713" cy="116628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9" name="Google Shape;139;p25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3969347" y="288590"/>
            <a:ext cx="5174653" cy="446901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5"/>
          <p:cNvSpPr txBox="1"/>
          <p:nvPr/>
        </p:nvSpPr>
        <p:spPr>
          <a:xfrm>
            <a:off x="874980" y="1439070"/>
            <a:ext cx="3516593" cy="2198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0" b="0" i="0" u="none" strike="noStrike" cap="none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Winter</a:t>
            </a:r>
            <a:endParaRPr sz="700"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0" b="0" i="0" u="none" strike="noStrike" cap="none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Sports</a:t>
            </a:r>
            <a:endParaRPr sz="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DD70"/>
        </a:solidFill>
        <a:effectLst/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27"/>
          <p:cNvGrpSpPr/>
          <p:nvPr/>
        </p:nvGrpSpPr>
        <p:grpSpPr>
          <a:xfrm>
            <a:off x="0" y="2301500"/>
            <a:ext cx="9143998" cy="2877816"/>
            <a:chOff x="0" y="-47625"/>
            <a:chExt cx="4816592" cy="1515887"/>
          </a:xfrm>
        </p:grpSpPr>
        <p:sp>
          <p:nvSpPr>
            <p:cNvPr id="188" name="Google Shape;188;p27"/>
            <p:cNvSpPr/>
            <p:nvPr/>
          </p:nvSpPr>
          <p:spPr>
            <a:xfrm>
              <a:off x="0" y="0"/>
              <a:ext cx="4816592" cy="1468262"/>
            </a:xfrm>
            <a:custGeom>
              <a:avLst/>
              <a:gdLst/>
              <a:ahLst/>
              <a:cxnLst/>
              <a:rect l="l" t="t" r="r" b="b"/>
              <a:pathLst>
                <a:path w="4816592" h="1468262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468262"/>
                  </a:lnTo>
                  <a:lnTo>
                    <a:pt x="0" y="1468262"/>
                  </a:lnTo>
                  <a:close/>
                </a:path>
              </a:pathLst>
            </a:custGeom>
            <a:solidFill>
              <a:srgbClr val="8256FF"/>
            </a:solidFill>
            <a:ln>
              <a:noFill/>
            </a:ln>
          </p:spPr>
        </p:sp>
        <p:sp>
          <p:nvSpPr>
            <p:cNvPr id="189" name="Google Shape;189;p27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" name="Google Shape;191;p27"/>
          <p:cNvSpPr txBox="1"/>
          <p:nvPr/>
        </p:nvSpPr>
        <p:spPr>
          <a:xfrm>
            <a:off x="514350" y="3314539"/>
            <a:ext cx="2440895" cy="781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Click on the "Canva" button next to this presentation. Start editing your presentation. You may need to sign in to your Canva account.</a:t>
            </a:r>
            <a:endParaRPr sz="700"/>
          </a:p>
        </p:txBody>
      </p:sp>
      <p:sp>
        <p:nvSpPr>
          <p:cNvPr id="192" name="Google Shape;192;p27"/>
          <p:cNvSpPr txBox="1"/>
          <p:nvPr/>
        </p:nvSpPr>
        <p:spPr>
          <a:xfrm>
            <a:off x="3478368" y="3314539"/>
            <a:ext cx="2299875" cy="586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Click on the "Share" button on the top right corner in Canva and click on "More" at the bottom of the menu.</a:t>
            </a:r>
            <a:endParaRPr sz="700"/>
          </a:p>
        </p:txBody>
      </p:sp>
      <p:sp>
        <p:nvSpPr>
          <p:cNvPr id="193" name="Google Shape;193;p27"/>
          <p:cNvSpPr txBox="1"/>
          <p:nvPr/>
        </p:nvSpPr>
        <p:spPr>
          <a:xfrm>
            <a:off x="6392374" y="3314539"/>
            <a:ext cx="2237275" cy="586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Enter "PowerPoint" in the search bar and click on the PowerPoint icon to download.</a:t>
            </a:r>
            <a:endParaRPr sz="700"/>
          </a:p>
        </p:txBody>
      </p:sp>
      <p:sp>
        <p:nvSpPr>
          <p:cNvPr id="194" name="Google Shape;194;p27"/>
          <p:cNvSpPr txBox="1"/>
          <p:nvPr/>
        </p:nvSpPr>
        <p:spPr>
          <a:xfrm>
            <a:off x="519113" y="609471"/>
            <a:ext cx="7921453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 b="0" i="0" u="none" strike="noStrike" cap="none">
                <a:solidFill>
                  <a:srgbClr val="FF4F6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Download this presentation as a </a:t>
            </a:r>
            <a:r>
              <a:rPr lang="en-GB" sz="3500" b="0" i="0" u="none" strike="noStrike" cap="none">
                <a:solidFill>
                  <a:srgbClr val="8256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Powerpoint</a:t>
            </a:r>
            <a:r>
              <a:rPr lang="en-GB" sz="3500" b="0" i="0" u="none" strike="noStrike" cap="none">
                <a:solidFill>
                  <a:srgbClr val="FF4F6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template in 3 steps</a:t>
            </a:r>
            <a:endParaRPr sz="700"/>
          </a:p>
        </p:txBody>
      </p:sp>
      <p:grpSp>
        <p:nvGrpSpPr>
          <p:cNvPr id="195" name="Google Shape;195;p27"/>
          <p:cNvGrpSpPr/>
          <p:nvPr/>
        </p:nvGrpSpPr>
        <p:grpSpPr>
          <a:xfrm>
            <a:off x="514350" y="2624212"/>
            <a:ext cx="1543045" cy="1633458"/>
            <a:chOff x="0" y="-241101"/>
            <a:chExt cx="4114789" cy="4355892"/>
          </a:xfrm>
        </p:grpSpPr>
        <p:grpSp>
          <p:nvGrpSpPr>
            <p:cNvPr id="196" name="Google Shape;196;p27"/>
            <p:cNvGrpSpPr/>
            <p:nvPr/>
          </p:nvGrpSpPr>
          <p:grpSpPr>
            <a:xfrm>
              <a:off x="0" y="-241101"/>
              <a:ext cx="4114789" cy="4355892"/>
              <a:chOff x="0" y="-47625"/>
              <a:chExt cx="812800" cy="860425"/>
            </a:xfrm>
          </p:grpSpPr>
          <p:sp>
            <p:nvSpPr>
              <p:cNvPr id="197" name="Google Shape;197;p27"/>
              <p:cNvSpPr/>
              <p:nvPr/>
            </p:nvSpPr>
            <p:spPr>
              <a:xfrm>
                <a:off x="0" y="0"/>
                <a:ext cx="132045" cy="192403"/>
              </a:xfrm>
              <a:custGeom>
                <a:avLst/>
                <a:gdLst/>
                <a:ahLst/>
                <a:cxnLst/>
                <a:rect l="l" t="t" r="r" b="b"/>
                <a:pathLst>
                  <a:path w="132045" h="192403" extrusionOk="0">
                    <a:moveTo>
                      <a:pt x="0" y="0"/>
                    </a:moveTo>
                    <a:lnTo>
                      <a:pt x="132045" y="0"/>
                    </a:lnTo>
                    <a:lnTo>
                      <a:pt x="132045" y="192403"/>
                    </a:lnTo>
                    <a:lnTo>
                      <a:pt x="0" y="19240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98" name="Google Shape;198;p27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9" name="Google Shape;199;p27"/>
            <p:cNvGrpSpPr/>
            <p:nvPr/>
          </p:nvGrpSpPr>
          <p:grpSpPr>
            <a:xfrm rot="5400000">
              <a:off x="197000" y="22450"/>
              <a:ext cx="1212313" cy="1167413"/>
              <a:chOff x="0" y="0"/>
              <a:chExt cx="685800" cy="660400"/>
            </a:xfrm>
          </p:grpSpPr>
          <p:sp>
            <p:nvSpPr>
              <p:cNvPr id="200" name="Google Shape;200;p27"/>
              <p:cNvSpPr/>
              <p:nvPr/>
            </p:nvSpPr>
            <p:spPr>
              <a:xfrm>
                <a:off x="0" y="0"/>
                <a:ext cx="551009" cy="343209"/>
              </a:xfrm>
              <a:custGeom>
                <a:avLst/>
                <a:gdLst/>
                <a:ahLst/>
                <a:cxnLst/>
                <a:rect l="l" t="t" r="r" b="b"/>
                <a:pathLst>
                  <a:path w="551009" h="343209" extrusionOk="0">
                    <a:moveTo>
                      <a:pt x="275504" y="0"/>
                    </a:moveTo>
                    <a:lnTo>
                      <a:pt x="551009" y="343209"/>
                    </a:lnTo>
                    <a:lnTo>
                      <a:pt x="0" y="343209"/>
                    </a:lnTo>
                    <a:lnTo>
                      <a:pt x="275504" y="0"/>
                    </a:ln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</p:sp>
          <p:sp>
            <p:nvSpPr>
              <p:cNvPr id="201" name="Google Shape;201;p27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2" name="Google Shape;202;p27"/>
            <p:cNvSpPr txBox="1"/>
            <p:nvPr/>
          </p:nvSpPr>
          <p:spPr>
            <a:xfrm>
              <a:off x="137266" y="97552"/>
              <a:ext cx="419161" cy="7408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1" i="0" u="none" strike="noStrike" cap="none">
                  <a:solidFill>
                    <a:srgbClr val="000000"/>
                  </a:solidFill>
                  <a:latin typeface="Lato" panose="020F0802020204030203"/>
                  <a:ea typeface="Lato" panose="020F0802020204030203"/>
                  <a:cs typeface="Lato" panose="020F0802020204030203"/>
                  <a:sym typeface="Lato" panose="020F0802020204030203"/>
                </a:rPr>
                <a:t>1</a:t>
              </a:r>
              <a:endParaRPr sz="700"/>
            </a:p>
          </p:txBody>
        </p:sp>
      </p:grpSp>
      <p:grpSp>
        <p:nvGrpSpPr>
          <p:cNvPr id="203" name="Google Shape;203;p27"/>
          <p:cNvGrpSpPr/>
          <p:nvPr/>
        </p:nvGrpSpPr>
        <p:grpSpPr>
          <a:xfrm>
            <a:off x="3484504" y="2624212"/>
            <a:ext cx="1543045" cy="1633458"/>
            <a:chOff x="0" y="-241101"/>
            <a:chExt cx="4114789" cy="4355892"/>
          </a:xfrm>
        </p:grpSpPr>
        <p:grpSp>
          <p:nvGrpSpPr>
            <p:cNvPr id="204" name="Google Shape;204;p27"/>
            <p:cNvGrpSpPr/>
            <p:nvPr/>
          </p:nvGrpSpPr>
          <p:grpSpPr>
            <a:xfrm>
              <a:off x="0" y="-241101"/>
              <a:ext cx="4114789" cy="4355892"/>
              <a:chOff x="0" y="-47625"/>
              <a:chExt cx="812800" cy="860425"/>
            </a:xfrm>
          </p:grpSpPr>
          <p:sp>
            <p:nvSpPr>
              <p:cNvPr id="205" name="Google Shape;205;p27"/>
              <p:cNvSpPr/>
              <p:nvPr/>
            </p:nvSpPr>
            <p:spPr>
              <a:xfrm>
                <a:off x="0" y="0"/>
                <a:ext cx="132045" cy="192403"/>
              </a:xfrm>
              <a:custGeom>
                <a:avLst/>
                <a:gdLst/>
                <a:ahLst/>
                <a:cxnLst/>
                <a:rect l="l" t="t" r="r" b="b"/>
                <a:pathLst>
                  <a:path w="132045" h="192403" extrusionOk="0">
                    <a:moveTo>
                      <a:pt x="0" y="0"/>
                    </a:moveTo>
                    <a:lnTo>
                      <a:pt x="132045" y="0"/>
                    </a:lnTo>
                    <a:lnTo>
                      <a:pt x="132045" y="192403"/>
                    </a:lnTo>
                    <a:lnTo>
                      <a:pt x="0" y="19240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06" name="Google Shape;206;p27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7" name="Google Shape;207;p27"/>
            <p:cNvGrpSpPr/>
            <p:nvPr/>
          </p:nvGrpSpPr>
          <p:grpSpPr>
            <a:xfrm rot="5400000">
              <a:off x="197000" y="22450"/>
              <a:ext cx="1212313" cy="1167413"/>
              <a:chOff x="0" y="0"/>
              <a:chExt cx="685800" cy="660400"/>
            </a:xfrm>
          </p:grpSpPr>
          <p:sp>
            <p:nvSpPr>
              <p:cNvPr id="208" name="Google Shape;208;p27"/>
              <p:cNvSpPr/>
              <p:nvPr/>
            </p:nvSpPr>
            <p:spPr>
              <a:xfrm>
                <a:off x="0" y="0"/>
                <a:ext cx="551009" cy="343209"/>
              </a:xfrm>
              <a:custGeom>
                <a:avLst/>
                <a:gdLst/>
                <a:ahLst/>
                <a:cxnLst/>
                <a:rect l="l" t="t" r="r" b="b"/>
                <a:pathLst>
                  <a:path w="551009" h="343209" extrusionOk="0">
                    <a:moveTo>
                      <a:pt x="275504" y="0"/>
                    </a:moveTo>
                    <a:lnTo>
                      <a:pt x="551009" y="343209"/>
                    </a:lnTo>
                    <a:lnTo>
                      <a:pt x="0" y="343209"/>
                    </a:lnTo>
                    <a:lnTo>
                      <a:pt x="275504" y="0"/>
                    </a:ln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</p:sp>
          <p:sp>
            <p:nvSpPr>
              <p:cNvPr id="209" name="Google Shape;209;p27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0" name="Google Shape;210;p27"/>
            <p:cNvSpPr txBox="1"/>
            <p:nvPr/>
          </p:nvSpPr>
          <p:spPr>
            <a:xfrm>
              <a:off x="137266" y="97552"/>
              <a:ext cx="419161" cy="7408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1" i="0" u="none" strike="noStrike" cap="none">
                  <a:solidFill>
                    <a:srgbClr val="000000"/>
                  </a:solidFill>
                  <a:latin typeface="Lato" panose="020F0802020204030203"/>
                  <a:ea typeface="Lato" panose="020F0802020204030203"/>
                  <a:cs typeface="Lato" panose="020F0802020204030203"/>
                  <a:sym typeface="Lato" panose="020F0802020204030203"/>
                </a:rPr>
                <a:t>2</a:t>
              </a:r>
              <a:endParaRPr sz="700"/>
            </a:p>
          </p:txBody>
        </p:sp>
      </p:grpSp>
      <p:grpSp>
        <p:nvGrpSpPr>
          <p:cNvPr id="211" name="Google Shape;211;p27"/>
          <p:cNvGrpSpPr/>
          <p:nvPr/>
        </p:nvGrpSpPr>
        <p:grpSpPr>
          <a:xfrm>
            <a:off x="6402755" y="2624212"/>
            <a:ext cx="1543045" cy="1633458"/>
            <a:chOff x="0" y="-241101"/>
            <a:chExt cx="4114789" cy="4355892"/>
          </a:xfrm>
        </p:grpSpPr>
        <p:grpSp>
          <p:nvGrpSpPr>
            <p:cNvPr id="212" name="Google Shape;212;p27"/>
            <p:cNvGrpSpPr/>
            <p:nvPr/>
          </p:nvGrpSpPr>
          <p:grpSpPr>
            <a:xfrm>
              <a:off x="0" y="-241101"/>
              <a:ext cx="4114789" cy="4355892"/>
              <a:chOff x="0" y="-47625"/>
              <a:chExt cx="812800" cy="860425"/>
            </a:xfrm>
          </p:grpSpPr>
          <p:sp>
            <p:nvSpPr>
              <p:cNvPr id="213" name="Google Shape;213;p27"/>
              <p:cNvSpPr/>
              <p:nvPr/>
            </p:nvSpPr>
            <p:spPr>
              <a:xfrm>
                <a:off x="0" y="0"/>
                <a:ext cx="132045" cy="192403"/>
              </a:xfrm>
              <a:custGeom>
                <a:avLst/>
                <a:gdLst/>
                <a:ahLst/>
                <a:cxnLst/>
                <a:rect l="l" t="t" r="r" b="b"/>
                <a:pathLst>
                  <a:path w="132045" h="192403" extrusionOk="0">
                    <a:moveTo>
                      <a:pt x="0" y="0"/>
                    </a:moveTo>
                    <a:lnTo>
                      <a:pt x="132045" y="0"/>
                    </a:lnTo>
                    <a:lnTo>
                      <a:pt x="132045" y="192403"/>
                    </a:lnTo>
                    <a:lnTo>
                      <a:pt x="0" y="19240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14" name="Google Shape;214;p27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5" name="Google Shape;215;p27"/>
            <p:cNvGrpSpPr/>
            <p:nvPr/>
          </p:nvGrpSpPr>
          <p:grpSpPr>
            <a:xfrm rot="5400000">
              <a:off x="197000" y="22450"/>
              <a:ext cx="1212313" cy="1167413"/>
              <a:chOff x="0" y="0"/>
              <a:chExt cx="685800" cy="660400"/>
            </a:xfrm>
          </p:grpSpPr>
          <p:sp>
            <p:nvSpPr>
              <p:cNvPr id="216" name="Google Shape;216;p27"/>
              <p:cNvSpPr/>
              <p:nvPr/>
            </p:nvSpPr>
            <p:spPr>
              <a:xfrm>
                <a:off x="0" y="0"/>
                <a:ext cx="551009" cy="343209"/>
              </a:xfrm>
              <a:custGeom>
                <a:avLst/>
                <a:gdLst/>
                <a:ahLst/>
                <a:cxnLst/>
                <a:rect l="l" t="t" r="r" b="b"/>
                <a:pathLst>
                  <a:path w="551009" h="343209" extrusionOk="0">
                    <a:moveTo>
                      <a:pt x="275504" y="0"/>
                    </a:moveTo>
                    <a:lnTo>
                      <a:pt x="551009" y="343209"/>
                    </a:lnTo>
                    <a:lnTo>
                      <a:pt x="0" y="343209"/>
                    </a:lnTo>
                    <a:lnTo>
                      <a:pt x="275504" y="0"/>
                    </a:ln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</p:sp>
          <p:sp>
            <p:nvSpPr>
              <p:cNvPr id="217" name="Google Shape;217;p27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8" name="Google Shape;218;p27"/>
            <p:cNvSpPr txBox="1"/>
            <p:nvPr/>
          </p:nvSpPr>
          <p:spPr>
            <a:xfrm>
              <a:off x="137266" y="97552"/>
              <a:ext cx="419161" cy="7408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1" i="0" u="none" strike="noStrike" cap="none">
                  <a:solidFill>
                    <a:srgbClr val="000000"/>
                  </a:solidFill>
                  <a:latin typeface="Lato" panose="020F0802020204030203"/>
                  <a:ea typeface="Lato" panose="020F0802020204030203"/>
                  <a:cs typeface="Lato" panose="020F0802020204030203"/>
                  <a:sym typeface="Lato" panose="020F0802020204030203"/>
                </a:rPr>
                <a:t>3</a:t>
              </a:r>
              <a:endParaRPr sz="700"/>
            </a:p>
          </p:txBody>
        </p:sp>
      </p:grpSp>
      <p:grpSp>
        <p:nvGrpSpPr>
          <p:cNvPr id="219" name="Google Shape;219;p27"/>
          <p:cNvGrpSpPr/>
          <p:nvPr/>
        </p:nvGrpSpPr>
        <p:grpSpPr>
          <a:xfrm>
            <a:off x="10912" y="4758155"/>
            <a:ext cx="9122017" cy="421090"/>
            <a:chOff x="12961894" y="0"/>
            <a:chExt cx="24325378" cy="1122907"/>
          </a:xfrm>
        </p:grpSpPr>
        <p:pic>
          <p:nvPicPr>
            <p:cNvPr id="220" name="Google Shape;220;p27"/>
            <p:cNvPicPr preferRelativeResize="0"/>
            <p:nvPr/>
          </p:nvPicPr>
          <p:blipFill rotWithShape="1">
            <a:blip r:embed="rId1"/>
            <a:srcRect l="57639" b="52276"/>
            <a:stretch>
              <a:fillRect/>
            </a:stretch>
          </p:blipFill>
          <p:spPr>
            <a:xfrm>
              <a:off x="12961894" y="0"/>
              <a:ext cx="3894996" cy="11079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" name="Google Shape;221;p27"/>
            <p:cNvPicPr preferRelativeResize="0"/>
            <p:nvPr/>
          </p:nvPicPr>
          <p:blipFill rotWithShape="1">
            <a:blip r:embed="rId2"/>
            <a:srcRect r="79" b="51634"/>
            <a:stretch>
              <a:fillRect/>
            </a:stretch>
          </p:blipFill>
          <p:spPr>
            <a:xfrm>
              <a:off x="15324066" y="0"/>
              <a:ext cx="9187381" cy="11229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27"/>
            <p:cNvPicPr preferRelativeResize="0"/>
            <p:nvPr/>
          </p:nvPicPr>
          <p:blipFill rotWithShape="1">
            <a:blip r:embed="rId3"/>
            <a:srcRect b="51634"/>
            <a:stretch>
              <a:fillRect/>
            </a:stretch>
          </p:blipFill>
          <p:spPr>
            <a:xfrm>
              <a:off x="22986098" y="0"/>
              <a:ext cx="9194857" cy="11229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3" name="Google Shape;223;p27"/>
            <p:cNvPicPr preferRelativeResize="0"/>
            <p:nvPr/>
          </p:nvPicPr>
          <p:blipFill rotWithShape="1">
            <a:blip r:embed="rId1"/>
            <a:srcRect t="794" r="27792" b="51634"/>
            <a:stretch>
              <a:fillRect/>
            </a:stretch>
          </p:blipFill>
          <p:spPr>
            <a:xfrm>
              <a:off x="30648131" y="18455"/>
              <a:ext cx="6639141" cy="110445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DD70"/>
        </a:solidFill>
        <a:effectLst/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Google Shape;228;p28"/>
          <p:cNvGrpSpPr/>
          <p:nvPr/>
        </p:nvGrpSpPr>
        <p:grpSpPr>
          <a:xfrm>
            <a:off x="0" y="2301500"/>
            <a:ext cx="9143998" cy="2877816"/>
            <a:chOff x="0" y="-47625"/>
            <a:chExt cx="4816592" cy="1515887"/>
          </a:xfrm>
        </p:grpSpPr>
        <p:sp>
          <p:nvSpPr>
            <p:cNvPr id="229" name="Google Shape;229;p28"/>
            <p:cNvSpPr/>
            <p:nvPr/>
          </p:nvSpPr>
          <p:spPr>
            <a:xfrm>
              <a:off x="0" y="0"/>
              <a:ext cx="4816592" cy="1468262"/>
            </a:xfrm>
            <a:custGeom>
              <a:avLst/>
              <a:gdLst/>
              <a:ahLst/>
              <a:cxnLst/>
              <a:rect l="l" t="t" r="r" b="b"/>
              <a:pathLst>
                <a:path w="4816592" h="1468262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1468262"/>
                  </a:lnTo>
                  <a:lnTo>
                    <a:pt x="0" y="1468262"/>
                  </a:lnTo>
                  <a:close/>
                </a:path>
              </a:pathLst>
            </a:custGeom>
            <a:solidFill>
              <a:srgbClr val="8256FF"/>
            </a:solidFill>
            <a:ln>
              <a:noFill/>
            </a:ln>
          </p:spPr>
        </p:sp>
        <p:sp>
          <p:nvSpPr>
            <p:cNvPr id="230" name="Google Shape;230;p28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8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1" name="Google Shape;231;p28"/>
          <p:cNvGrpSpPr/>
          <p:nvPr/>
        </p:nvGrpSpPr>
        <p:grpSpPr>
          <a:xfrm>
            <a:off x="602584" y="2624212"/>
            <a:ext cx="1543045" cy="1633458"/>
            <a:chOff x="0" y="-241101"/>
            <a:chExt cx="4114789" cy="4355892"/>
          </a:xfrm>
        </p:grpSpPr>
        <p:grpSp>
          <p:nvGrpSpPr>
            <p:cNvPr id="232" name="Google Shape;232;p28"/>
            <p:cNvGrpSpPr/>
            <p:nvPr/>
          </p:nvGrpSpPr>
          <p:grpSpPr>
            <a:xfrm>
              <a:off x="0" y="-241101"/>
              <a:ext cx="4114789" cy="4355892"/>
              <a:chOff x="0" y="-47625"/>
              <a:chExt cx="812800" cy="860425"/>
            </a:xfrm>
          </p:grpSpPr>
          <p:sp>
            <p:nvSpPr>
              <p:cNvPr id="233" name="Google Shape;233;p28"/>
              <p:cNvSpPr/>
              <p:nvPr/>
            </p:nvSpPr>
            <p:spPr>
              <a:xfrm>
                <a:off x="0" y="0"/>
                <a:ext cx="132045" cy="192403"/>
              </a:xfrm>
              <a:custGeom>
                <a:avLst/>
                <a:gdLst/>
                <a:ahLst/>
                <a:cxnLst/>
                <a:rect l="l" t="t" r="r" b="b"/>
                <a:pathLst>
                  <a:path w="132045" h="192403" extrusionOk="0">
                    <a:moveTo>
                      <a:pt x="0" y="0"/>
                    </a:moveTo>
                    <a:lnTo>
                      <a:pt x="132045" y="0"/>
                    </a:lnTo>
                    <a:lnTo>
                      <a:pt x="132045" y="192403"/>
                    </a:lnTo>
                    <a:lnTo>
                      <a:pt x="0" y="19240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4" name="Google Shape;234;p28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5" name="Google Shape;235;p28"/>
            <p:cNvGrpSpPr/>
            <p:nvPr/>
          </p:nvGrpSpPr>
          <p:grpSpPr>
            <a:xfrm rot="5400000">
              <a:off x="197000" y="22450"/>
              <a:ext cx="1212313" cy="1167413"/>
              <a:chOff x="0" y="0"/>
              <a:chExt cx="685800" cy="660400"/>
            </a:xfrm>
          </p:grpSpPr>
          <p:sp>
            <p:nvSpPr>
              <p:cNvPr id="236" name="Google Shape;236;p28"/>
              <p:cNvSpPr/>
              <p:nvPr/>
            </p:nvSpPr>
            <p:spPr>
              <a:xfrm>
                <a:off x="0" y="0"/>
                <a:ext cx="551009" cy="343209"/>
              </a:xfrm>
              <a:custGeom>
                <a:avLst/>
                <a:gdLst/>
                <a:ahLst/>
                <a:cxnLst/>
                <a:rect l="l" t="t" r="r" b="b"/>
                <a:pathLst>
                  <a:path w="551009" h="343209" extrusionOk="0">
                    <a:moveTo>
                      <a:pt x="275504" y="0"/>
                    </a:moveTo>
                    <a:lnTo>
                      <a:pt x="551009" y="343209"/>
                    </a:lnTo>
                    <a:lnTo>
                      <a:pt x="0" y="343209"/>
                    </a:lnTo>
                    <a:lnTo>
                      <a:pt x="275504" y="0"/>
                    </a:ln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</p:sp>
          <p:sp>
            <p:nvSpPr>
              <p:cNvPr id="237" name="Google Shape;237;p28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8" name="Google Shape;238;p28"/>
            <p:cNvSpPr txBox="1"/>
            <p:nvPr/>
          </p:nvSpPr>
          <p:spPr>
            <a:xfrm>
              <a:off x="137266" y="97552"/>
              <a:ext cx="419161" cy="7408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1" i="0" u="none" strike="noStrike" cap="none">
                  <a:solidFill>
                    <a:srgbClr val="000000"/>
                  </a:solidFill>
                  <a:latin typeface="Lato" panose="020F0802020204030203"/>
                  <a:ea typeface="Lato" panose="020F0802020204030203"/>
                  <a:cs typeface="Lato" panose="020F0802020204030203"/>
                  <a:sym typeface="Lato" panose="020F0802020204030203"/>
                </a:rPr>
                <a:t>1</a:t>
              </a:r>
              <a:endParaRPr sz="700"/>
            </a:p>
          </p:txBody>
        </p:sp>
      </p:grpSp>
      <p:pic>
        <p:nvPicPr>
          <p:cNvPr id="239" name="Google Shape;239;p28"/>
          <p:cNvPicPr preferRelativeResize="0"/>
          <p:nvPr/>
        </p:nvPicPr>
        <p:blipFill rotWithShape="1">
          <a:blip r:embed="rId1"/>
          <a:srcRect t="20754" r="12103"/>
          <a:stretch>
            <a:fillRect/>
          </a:stretch>
        </p:blipFill>
        <p:spPr>
          <a:xfrm>
            <a:off x="4494150" y="0"/>
            <a:ext cx="4649851" cy="216807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8"/>
          <p:cNvSpPr txBox="1"/>
          <p:nvPr/>
        </p:nvSpPr>
        <p:spPr>
          <a:xfrm>
            <a:off x="519113" y="609471"/>
            <a:ext cx="7921453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 b="0" i="0" u="none" strike="noStrike" cap="none">
                <a:solidFill>
                  <a:srgbClr val="FF4F6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Download this presentation as a </a:t>
            </a:r>
            <a:r>
              <a:rPr lang="en-GB" sz="3500" b="0" i="0" u="none" strike="noStrike" cap="none">
                <a:solidFill>
                  <a:srgbClr val="8256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GoogleSlide</a:t>
            </a:r>
            <a:r>
              <a:rPr lang="en-GB" sz="3500" b="0" i="0" u="none" strike="noStrike" cap="none">
                <a:solidFill>
                  <a:srgbClr val="FF4F6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template in 3 steps</a:t>
            </a:r>
            <a:endParaRPr sz="700"/>
          </a:p>
        </p:txBody>
      </p:sp>
      <p:sp>
        <p:nvSpPr>
          <p:cNvPr id="241" name="Google Shape;241;p28"/>
          <p:cNvSpPr txBox="1"/>
          <p:nvPr/>
        </p:nvSpPr>
        <p:spPr>
          <a:xfrm>
            <a:off x="514350" y="3314539"/>
            <a:ext cx="2570651" cy="781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Click on the "Canva" button next to this presentation. Start editing your presentation. You may need to sign in to your Canva account.</a:t>
            </a:r>
            <a:endParaRPr sz="700"/>
          </a:p>
        </p:txBody>
      </p:sp>
      <p:sp>
        <p:nvSpPr>
          <p:cNvPr id="242" name="Google Shape;242;p28"/>
          <p:cNvSpPr txBox="1"/>
          <p:nvPr/>
        </p:nvSpPr>
        <p:spPr>
          <a:xfrm>
            <a:off x="3478368" y="3314539"/>
            <a:ext cx="2331017" cy="586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Click on the "Share" button on the top right corner in Canva and click on "More" at the bottom of the menu.</a:t>
            </a:r>
            <a:endParaRPr sz="700"/>
          </a:p>
        </p:txBody>
      </p:sp>
      <p:sp>
        <p:nvSpPr>
          <p:cNvPr id="243" name="Google Shape;243;p28"/>
          <p:cNvSpPr txBox="1"/>
          <p:nvPr/>
        </p:nvSpPr>
        <p:spPr>
          <a:xfrm>
            <a:off x="6392374" y="3314539"/>
            <a:ext cx="2320294" cy="1172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rPr>
              <a:t>Enter "Google Drive" in the search bar and click on the Google Drive icon to add this design as a Google slide in your G Drive. It will ask you to link your Google account to Canva the first time.</a:t>
            </a:r>
            <a:endParaRPr sz="700"/>
          </a:p>
        </p:txBody>
      </p:sp>
      <p:grpSp>
        <p:nvGrpSpPr>
          <p:cNvPr id="244" name="Google Shape;244;p28"/>
          <p:cNvGrpSpPr/>
          <p:nvPr/>
        </p:nvGrpSpPr>
        <p:grpSpPr>
          <a:xfrm>
            <a:off x="3572738" y="2624212"/>
            <a:ext cx="1543045" cy="1633458"/>
            <a:chOff x="0" y="-241101"/>
            <a:chExt cx="4114789" cy="4355892"/>
          </a:xfrm>
        </p:grpSpPr>
        <p:grpSp>
          <p:nvGrpSpPr>
            <p:cNvPr id="245" name="Google Shape;245;p28"/>
            <p:cNvGrpSpPr/>
            <p:nvPr/>
          </p:nvGrpSpPr>
          <p:grpSpPr>
            <a:xfrm>
              <a:off x="0" y="-241101"/>
              <a:ext cx="4114789" cy="4355892"/>
              <a:chOff x="0" y="-47625"/>
              <a:chExt cx="812800" cy="860425"/>
            </a:xfrm>
          </p:grpSpPr>
          <p:sp>
            <p:nvSpPr>
              <p:cNvPr id="246" name="Google Shape;246;p28"/>
              <p:cNvSpPr/>
              <p:nvPr/>
            </p:nvSpPr>
            <p:spPr>
              <a:xfrm>
                <a:off x="0" y="0"/>
                <a:ext cx="132045" cy="192403"/>
              </a:xfrm>
              <a:custGeom>
                <a:avLst/>
                <a:gdLst/>
                <a:ahLst/>
                <a:cxnLst/>
                <a:rect l="l" t="t" r="r" b="b"/>
                <a:pathLst>
                  <a:path w="132045" h="192403" extrusionOk="0">
                    <a:moveTo>
                      <a:pt x="0" y="0"/>
                    </a:moveTo>
                    <a:lnTo>
                      <a:pt x="132045" y="0"/>
                    </a:lnTo>
                    <a:lnTo>
                      <a:pt x="132045" y="192403"/>
                    </a:lnTo>
                    <a:lnTo>
                      <a:pt x="0" y="19240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7" name="Google Shape;247;p28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8" name="Google Shape;248;p28"/>
            <p:cNvGrpSpPr/>
            <p:nvPr/>
          </p:nvGrpSpPr>
          <p:grpSpPr>
            <a:xfrm rot="5400000">
              <a:off x="197000" y="22450"/>
              <a:ext cx="1212313" cy="1167413"/>
              <a:chOff x="0" y="0"/>
              <a:chExt cx="685800" cy="660400"/>
            </a:xfrm>
          </p:grpSpPr>
          <p:sp>
            <p:nvSpPr>
              <p:cNvPr id="249" name="Google Shape;249;p28"/>
              <p:cNvSpPr/>
              <p:nvPr/>
            </p:nvSpPr>
            <p:spPr>
              <a:xfrm>
                <a:off x="0" y="0"/>
                <a:ext cx="551009" cy="343209"/>
              </a:xfrm>
              <a:custGeom>
                <a:avLst/>
                <a:gdLst/>
                <a:ahLst/>
                <a:cxnLst/>
                <a:rect l="l" t="t" r="r" b="b"/>
                <a:pathLst>
                  <a:path w="551009" h="343209" extrusionOk="0">
                    <a:moveTo>
                      <a:pt x="275504" y="0"/>
                    </a:moveTo>
                    <a:lnTo>
                      <a:pt x="551009" y="343209"/>
                    </a:lnTo>
                    <a:lnTo>
                      <a:pt x="0" y="343209"/>
                    </a:lnTo>
                    <a:lnTo>
                      <a:pt x="275504" y="0"/>
                    </a:ln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</p:sp>
          <p:sp>
            <p:nvSpPr>
              <p:cNvPr id="250" name="Google Shape;250;p28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1" name="Google Shape;251;p28"/>
            <p:cNvSpPr txBox="1"/>
            <p:nvPr/>
          </p:nvSpPr>
          <p:spPr>
            <a:xfrm>
              <a:off x="137266" y="97552"/>
              <a:ext cx="419161" cy="7408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1" i="0" u="none" strike="noStrike" cap="none">
                  <a:solidFill>
                    <a:srgbClr val="000000"/>
                  </a:solidFill>
                  <a:latin typeface="Lato" panose="020F0802020204030203"/>
                  <a:ea typeface="Lato" panose="020F0802020204030203"/>
                  <a:cs typeface="Lato" panose="020F0802020204030203"/>
                  <a:sym typeface="Lato" panose="020F0802020204030203"/>
                </a:rPr>
                <a:t>2</a:t>
              </a:r>
              <a:endParaRPr sz="700"/>
            </a:p>
          </p:txBody>
        </p:sp>
      </p:grpSp>
      <p:grpSp>
        <p:nvGrpSpPr>
          <p:cNvPr id="252" name="Google Shape;252;p28"/>
          <p:cNvGrpSpPr/>
          <p:nvPr/>
        </p:nvGrpSpPr>
        <p:grpSpPr>
          <a:xfrm>
            <a:off x="6490989" y="2624212"/>
            <a:ext cx="1543045" cy="1633458"/>
            <a:chOff x="0" y="-241101"/>
            <a:chExt cx="4114789" cy="4355892"/>
          </a:xfrm>
        </p:grpSpPr>
        <p:grpSp>
          <p:nvGrpSpPr>
            <p:cNvPr id="253" name="Google Shape;253;p28"/>
            <p:cNvGrpSpPr/>
            <p:nvPr/>
          </p:nvGrpSpPr>
          <p:grpSpPr>
            <a:xfrm>
              <a:off x="0" y="-241101"/>
              <a:ext cx="4114789" cy="4355892"/>
              <a:chOff x="0" y="-47625"/>
              <a:chExt cx="812800" cy="860425"/>
            </a:xfrm>
          </p:grpSpPr>
          <p:sp>
            <p:nvSpPr>
              <p:cNvPr id="254" name="Google Shape;254;p28"/>
              <p:cNvSpPr/>
              <p:nvPr/>
            </p:nvSpPr>
            <p:spPr>
              <a:xfrm>
                <a:off x="0" y="0"/>
                <a:ext cx="132045" cy="192403"/>
              </a:xfrm>
              <a:custGeom>
                <a:avLst/>
                <a:gdLst/>
                <a:ahLst/>
                <a:cxnLst/>
                <a:rect l="l" t="t" r="r" b="b"/>
                <a:pathLst>
                  <a:path w="132045" h="192403" extrusionOk="0">
                    <a:moveTo>
                      <a:pt x="0" y="0"/>
                    </a:moveTo>
                    <a:lnTo>
                      <a:pt x="132045" y="0"/>
                    </a:lnTo>
                    <a:lnTo>
                      <a:pt x="132045" y="192403"/>
                    </a:lnTo>
                    <a:lnTo>
                      <a:pt x="0" y="19240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5" name="Google Shape;255;p28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6" name="Google Shape;256;p28"/>
            <p:cNvGrpSpPr/>
            <p:nvPr/>
          </p:nvGrpSpPr>
          <p:grpSpPr>
            <a:xfrm rot="5400000">
              <a:off x="197000" y="22450"/>
              <a:ext cx="1212313" cy="1167413"/>
              <a:chOff x="0" y="0"/>
              <a:chExt cx="685800" cy="660400"/>
            </a:xfrm>
          </p:grpSpPr>
          <p:sp>
            <p:nvSpPr>
              <p:cNvPr id="257" name="Google Shape;257;p28"/>
              <p:cNvSpPr/>
              <p:nvPr/>
            </p:nvSpPr>
            <p:spPr>
              <a:xfrm>
                <a:off x="0" y="0"/>
                <a:ext cx="551009" cy="343209"/>
              </a:xfrm>
              <a:custGeom>
                <a:avLst/>
                <a:gdLst/>
                <a:ahLst/>
                <a:cxnLst/>
                <a:rect l="l" t="t" r="r" b="b"/>
                <a:pathLst>
                  <a:path w="551009" h="343209" extrusionOk="0">
                    <a:moveTo>
                      <a:pt x="275504" y="0"/>
                    </a:moveTo>
                    <a:lnTo>
                      <a:pt x="551009" y="343209"/>
                    </a:lnTo>
                    <a:lnTo>
                      <a:pt x="0" y="343209"/>
                    </a:lnTo>
                    <a:lnTo>
                      <a:pt x="275504" y="0"/>
                    </a:ln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</p:sp>
          <p:sp>
            <p:nvSpPr>
              <p:cNvPr id="258" name="Google Shape;258;p28"/>
              <p:cNvSpPr txBox="1"/>
              <p:nvPr/>
            </p:nvSpPr>
            <p:spPr>
              <a:xfrm>
                <a:off x="127000" y="282575"/>
                <a:ext cx="558800" cy="3778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25400" tIns="25400" rIns="25400" bIns="25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7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9" name="Google Shape;259;p28"/>
            <p:cNvSpPr txBox="1"/>
            <p:nvPr/>
          </p:nvSpPr>
          <p:spPr>
            <a:xfrm>
              <a:off x="137266" y="97552"/>
              <a:ext cx="419161" cy="7408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1" i="0" u="none" strike="noStrike" cap="none">
                  <a:solidFill>
                    <a:srgbClr val="000000"/>
                  </a:solidFill>
                  <a:latin typeface="Lato" panose="020F0802020204030203"/>
                  <a:ea typeface="Lato" panose="020F0802020204030203"/>
                  <a:cs typeface="Lato" panose="020F0802020204030203"/>
                  <a:sym typeface="Lato" panose="020F0802020204030203"/>
                </a:rPr>
                <a:t>3</a:t>
              </a:r>
              <a:endParaRPr sz="700"/>
            </a:p>
          </p:txBody>
        </p:sp>
      </p:grpSp>
      <p:grpSp>
        <p:nvGrpSpPr>
          <p:cNvPr id="260" name="Google Shape;260;p28"/>
          <p:cNvGrpSpPr/>
          <p:nvPr/>
        </p:nvGrpSpPr>
        <p:grpSpPr>
          <a:xfrm>
            <a:off x="10912" y="4758155"/>
            <a:ext cx="9122017" cy="421090"/>
            <a:chOff x="12961894" y="0"/>
            <a:chExt cx="24325378" cy="1122907"/>
          </a:xfrm>
        </p:grpSpPr>
        <p:pic>
          <p:nvPicPr>
            <p:cNvPr id="261" name="Google Shape;261;p28"/>
            <p:cNvPicPr preferRelativeResize="0"/>
            <p:nvPr/>
          </p:nvPicPr>
          <p:blipFill rotWithShape="1">
            <a:blip r:embed="rId2"/>
            <a:srcRect l="57639" b="52276"/>
            <a:stretch>
              <a:fillRect/>
            </a:stretch>
          </p:blipFill>
          <p:spPr>
            <a:xfrm>
              <a:off x="12961894" y="0"/>
              <a:ext cx="3894996" cy="11079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2" name="Google Shape;262;p28"/>
            <p:cNvPicPr preferRelativeResize="0"/>
            <p:nvPr/>
          </p:nvPicPr>
          <p:blipFill rotWithShape="1">
            <a:blip r:embed="rId3"/>
            <a:srcRect r="79" b="51634"/>
            <a:stretch>
              <a:fillRect/>
            </a:stretch>
          </p:blipFill>
          <p:spPr>
            <a:xfrm>
              <a:off x="15324066" y="0"/>
              <a:ext cx="9187381" cy="11229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3" name="Google Shape;263;p28"/>
            <p:cNvPicPr preferRelativeResize="0"/>
            <p:nvPr/>
          </p:nvPicPr>
          <p:blipFill rotWithShape="1">
            <a:blip r:embed="rId4"/>
            <a:srcRect b="51634"/>
            <a:stretch>
              <a:fillRect/>
            </a:stretch>
          </p:blipFill>
          <p:spPr>
            <a:xfrm>
              <a:off x="22986098" y="0"/>
              <a:ext cx="9194857" cy="11229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" name="Google Shape;264;p28"/>
            <p:cNvPicPr preferRelativeResize="0"/>
            <p:nvPr/>
          </p:nvPicPr>
          <p:blipFill rotWithShape="1">
            <a:blip r:embed="rId2"/>
            <a:srcRect t="794" r="27792" b="51634"/>
            <a:stretch>
              <a:fillRect/>
            </a:stretch>
          </p:blipFill>
          <p:spPr>
            <a:xfrm>
              <a:off x="30648131" y="18455"/>
              <a:ext cx="6639141" cy="110445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903</Words>
  <Application>WPS 表格</Application>
  <PresentationFormat/>
  <Paragraphs>31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23" baseType="lpstr">
      <vt:lpstr>Arial</vt:lpstr>
      <vt:lpstr>宋体</vt:lpstr>
      <vt:lpstr>Wingdings</vt:lpstr>
      <vt:lpstr>Arial</vt:lpstr>
      <vt:lpstr>Calibri</vt:lpstr>
      <vt:lpstr>Helvetica Neue</vt:lpstr>
      <vt:lpstr>Poppins ExtraBold</vt:lpstr>
      <vt:lpstr>Arimo</vt:lpstr>
      <vt:lpstr>Lato</vt:lpstr>
      <vt:lpstr>微软雅黑</vt:lpstr>
      <vt:lpstr>汉仪旗黑</vt:lpstr>
      <vt:lpstr>宋体</vt:lpstr>
      <vt:lpstr>Arial Unicode MS</vt:lpstr>
      <vt:lpstr>汉仪书宋二KW</vt:lpstr>
      <vt:lpstr>Arimo</vt:lpstr>
      <vt:lpstr>Lato</vt:lpstr>
      <vt:lpstr>Poppins ExtraBold</vt:lpstr>
      <vt:lpstr>Simple Light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Jayus</cp:lastModifiedBy>
  <cp:revision>4</cp:revision>
  <dcterms:created xsi:type="dcterms:W3CDTF">2025-09-04T10:49:17Z</dcterms:created>
  <dcterms:modified xsi:type="dcterms:W3CDTF">2025-09-04T10:49:17Z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7F2FA76B0A9AA06162F5B6643EDC146D_42</vt:lpwstr>
  </property>
  <property fmtid="{D5CDD505-2E9C-101B-9397-08002B2CF9AE}" pid="3" name="KSOProductBuildVer">
    <vt:lpwstr>2052-12.1.21861.21861</vt:lpwstr>
  </property>
</Properties>
</file>