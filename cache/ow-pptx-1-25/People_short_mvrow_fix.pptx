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3"/>
  </p:sldMasterIdLst>
  <p:notesMasterIdLst>
    <p:notesMasterId r:id="rId5"/>
  </p:notesMasterIdLst>
  <p:sldIdLst>
    <p:sldId id="256" r:id="rId4"/>
    <p:sldId id="257" r:id="rId6"/>
    <p:sldId id="258" r:id="rId7"/>
  </p:sldIdLst>
  <p:sldSz cx="9144000" cy="5143500"/>
  <p:notesSz cx="6858000" cy="9144000"/>
  <p:embeddedFontLst>
    <p:embeddedFont>
      <p:font typeface="Cinzel Decorative" panose="00000500000000000000"/>
      <p:regular r:id="rId1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03"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03"/>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viewProps" Target="viewProps.xml"/><Relationship Id="rId8" Type="http://schemas.openxmlformats.org/officeDocument/2006/relationships/presProps" Target="presProps.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1" Type="http://schemas.openxmlformats.org/officeDocument/2006/relationships/font" Target="fonts/font1.fntdata"/><Relationship Id="rId10" Type="http://schemas.openxmlformats.org/officeDocument/2006/relationships/tableStyles" Target="tableStyle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5" name="Shape 125"/>
        <p:cNvGrpSpPr/>
        <p:nvPr/>
      </p:nvGrpSpPr>
      <p:grpSpPr>
        <a:xfrm>
          <a:off x="0" y="0"/>
          <a:ext cx="0" cy="0"/>
          <a:chOff x="0" y="0"/>
          <a:chExt cx="0" cy="0"/>
        </a:xfrm>
      </p:grpSpPr>
      <p:sp>
        <p:nvSpPr>
          <p:cNvPr id="126" name="Google Shape;126;g224dcc7846e_2_7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7" name="Google Shape;127;g224dcc7846e_2_7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0" name="Shape 150"/>
        <p:cNvGrpSpPr/>
        <p:nvPr/>
      </p:nvGrpSpPr>
      <p:grpSpPr>
        <a:xfrm>
          <a:off x="0" y="0"/>
          <a:ext cx="0" cy="0"/>
          <a:chOff x="0" y="0"/>
          <a:chExt cx="0" cy="0"/>
        </a:xfrm>
      </p:grpSpPr>
      <p:sp>
        <p:nvSpPr>
          <p:cNvPr id="151" name="Google Shape;151;g224dcc7846e_2_10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52" name="Google Shape;152;g224dcc7846e_2_10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0" name="Shape 180"/>
        <p:cNvGrpSpPr/>
        <p:nvPr/>
      </p:nvGrpSpPr>
      <p:grpSpPr>
        <a:xfrm>
          <a:off x="0" y="0"/>
          <a:ext cx="0" cy="0"/>
          <a:chOff x="0" y="0"/>
          <a:chExt cx="0" cy="0"/>
        </a:xfrm>
      </p:grpSpPr>
      <p:sp>
        <p:nvSpPr>
          <p:cNvPr id="181" name="Google Shape;181;g224dcc7846e_2_13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2" name="Google Shape;182;g224dcc7846e_2_13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19" name="Google Shape;19;p4"/>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matchingName="Title and two columns">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3" name="Google Shape;23;p5"/>
          <p:cNvSpPr txBox="1"/>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24" name="Google Shape;24;p5"/>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p:txBody>
      </p:sp>
      <p:sp>
        <p:nvSpPr>
          <p:cNvPr id="31" name="Google Shape;31;p7"/>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37" name="Google Shape;37;p9"/>
          <p:cNvSpPr txBox="1"/>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40" name="Google Shape;40;p9"/>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41" name="Shape 41"/>
        <p:cNvGrpSpPr/>
        <p:nvPr/>
      </p:nvGrpSpPr>
      <p:grpSpPr>
        <a:xfrm>
          <a:off x="0" y="0"/>
          <a:ext cx="0" cy="0"/>
          <a:chOff x="0" y="0"/>
          <a:chExt cx="0" cy="0"/>
        </a:xfrm>
      </p:grpSpPr>
      <p:sp>
        <p:nvSpPr>
          <p:cNvPr id="42" name="Google Shape;42;p10"/>
          <p:cNvSpPr txBox="1"/>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p:txBody>
      </p:sp>
      <p:sp>
        <p:nvSpPr>
          <p:cNvPr id="43" name="Google Shape;43;p10"/>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44" name="Shape 44"/>
        <p:cNvGrpSpPr/>
        <p:nvPr/>
      </p:nvGrpSpPr>
      <p:grpSpPr>
        <a:xfrm>
          <a:off x="0" y="0"/>
          <a:ext cx="0" cy="0"/>
          <a:chOff x="0" y="0"/>
          <a:chExt cx="0" cy="0"/>
        </a:xfrm>
      </p:grpSpPr>
      <p:sp>
        <p:nvSpPr>
          <p:cNvPr id="45" name="Google Shape;45;p11"/>
          <p:cNvSpPr txBox="1"/>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p:txBody>
      </p:sp>
      <p:sp>
        <p:nvSpPr>
          <p:cNvPr id="47" name="Google Shape;47;p11"/>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48" name="Shape 48"/>
        <p:cNvGrpSpPr/>
        <p:nvPr/>
      </p:nvGrpSpPr>
      <p:grpSpPr>
        <a:xfrm>
          <a:off x="0" y="0"/>
          <a:ext cx="0" cy="0"/>
          <a:chOff x="0" y="0"/>
          <a:chExt cx="0" cy="0"/>
        </a:xfrm>
      </p:grpSpPr>
      <p:sp>
        <p:nvSpPr>
          <p:cNvPr id="49" name="Google Shape;49;p12"/>
          <p:cNvSpPr txBox="1"/>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56" name="Shape 56"/>
        <p:cNvGrpSpPr/>
        <p:nvPr/>
      </p:nvGrpSpPr>
      <p:grpSpPr>
        <a:xfrm>
          <a:off x="0" y="0"/>
          <a:ext cx="0" cy="0"/>
          <a:chOff x="0" y="0"/>
          <a:chExt cx="0" cy="0"/>
        </a:xfrm>
      </p:grpSpPr>
      <p:sp>
        <p:nvSpPr>
          <p:cNvPr id="57" name="Google Shape;57;p14"/>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8" name="Google Shape;58;p14"/>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59" name="Google Shape;59;p14"/>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42900" y="1065213"/>
            <a:ext cx="3886200" cy="735013"/>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2" name="Google Shape;62;p15"/>
          <p:cNvSpPr txBox="1"/>
          <p:nvPr>
            <p:ph type="subTitle" idx="1"/>
          </p:nvPr>
        </p:nvSpPr>
        <p:spPr>
          <a:xfrm>
            <a:off x="685800" y="1943100"/>
            <a:ext cx="3200400" cy="876300"/>
          </a:xfrm>
          <a:prstGeom prst="rect">
            <a:avLst/>
          </a:prstGeom>
          <a:noFill/>
          <a:ln>
            <a:noFill/>
          </a:ln>
        </p:spPr>
        <p:txBody>
          <a:bodyPr spcFirstLastPara="1" wrap="square" lIns="45725" tIns="22850" rIns="45725" bIns="22850" anchor="t" anchorCtr="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p:txBody>
      </p:sp>
      <p:sp>
        <p:nvSpPr>
          <p:cNvPr id="63" name="Google Shape;63;p15"/>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4" name="Google Shape;64;p15"/>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65" name="Google Shape;65;p15"/>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68" name="Google Shape;68;p16"/>
          <p:cNvSpPr txBox="1"/>
          <p:nvPr>
            <p:ph type="body" idx="1"/>
          </p:nvPr>
        </p:nvSpPr>
        <p:spPr>
          <a:xfrm>
            <a:off x="228600" y="800100"/>
            <a:ext cx="4114800" cy="2262982"/>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p:txBody>
      </p:sp>
      <p:sp>
        <p:nvSpPr>
          <p:cNvPr id="69" name="Google Shape;69;p16"/>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0" name="Google Shape;70;p16"/>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1" name="Google Shape;71;p16"/>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361156" y="2203450"/>
            <a:ext cx="3886200" cy="681038"/>
          </a:xfrm>
          <a:prstGeom prst="rect">
            <a:avLst/>
          </a:prstGeom>
          <a:noFill/>
          <a:ln>
            <a:noFill/>
          </a:ln>
        </p:spPr>
        <p:txBody>
          <a:bodyPr spcFirstLastPara="1" wrap="square" lIns="45725" tIns="22850" rIns="45725" bIns="22850" anchor="t" anchorCtr="0">
            <a:normAutofit/>
          </a:bodyPr>
          <a:lstStyle>
            <a:lvl1pPr lvl="0" algn="l">
              <a:spcBef>
                <a:spcPts val="0"/>
              </a:spcBef>
              <a:spcAft>
                <a:spcPts val="0"/>
              </a:spcAft>
              <a:buClr>
                <a:schemeClr val="dk1"/>
              </a:buClr>
              <a:buSzPts val="2000"/>
              <a:buFont typeface="Calibri"/>
              <a:buNone/>
              <a:defRPr sz="2000" b="1"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74" name="Google Shape;74;p17"/>
          <p:cNvSpPr txBox="1"/>
          <p:nvPr>
            <p:ph type="body" idx="1"/>
          </p:nvPr>
        </p:nvSpPr>
        <p:spPr>
          <a:xfrm>
            <a:off x="361156" y="1453357"/>
            <a:ext cx="3886200" cy="750094"/>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rgbClr val="888888"/>
              </a:buClr>
              <a:buSzPts val="1000"/>
              <a:buNone/>
              <a:defRPr sz="1000">
                <a:solidFill>
                  <a:srgbClr val="888888"/>
                </a:solidFill>
              </a:defRPr>
            </a:lvl1pPr>
            <a:lvl2pPr marL="914400" lvl="1" indent="-228600" algn="l">
              <a:spcBef>
                <a:spcPts val="200"/>
              </a:spcBef>
              <a:spcAft>
                <a:spcPts val="0"/>
              </a:spcAft>
              <a:buClr>
                <a:srgbClr val="888888"/>
              </a:buClr>
              <a:buSzPts val="900"/>
              <a:buNone/>
              <a:defRPr sz="900">
                <a:solidFill>
                  <a:srgbClr val="888888"/>
                </a:solidFill>
              </a:defRPr>
            </a:lvl2pPr>
            <a:lvl3pPr marL="1371600" lvl="2" indent="-228600" algn="l">
              <a:spcBef>
                <a:spcPts val="200"/>
              </a:spcBef>
              <a:spcAft>
                <a:spcPts val="0"/>
              </a:spcAft>
              <a:buClr>
                <a:srgbClr val="888888"/>
              </a:buClr>
              <a:buSzPts val="800"/>
              <a:buNone/>
              <a:defRPr sz="800">
                <a:solidFill>
                  <a:srgbClr val="888888"/>
                </a:solidFill>
              </a:defRPr>
            </a:lvl3pPr>
            <a:lvl4pPr marL="1828800" lvl="3" indent="-228600" algn="l">
              <a:spcBef>
                <a:spcPts val="100"/>
              </a:spcBef>
              <a:spcAft>
                <a:spcPts val="0"/>
              </a:spcAft>
              <a:buClr>
                <a:srgbClr val="888888"/>
              </a:buClr>
              <a:buSzPts val="700"/>
              <a:buNone/>
              <a:defRPr sz="700">
                <a:solidFill>
                  <a:srgbClr val="888888"/>
                </a:solidFill>
              </a:defRPr>
            </a:lvl4pPr>
            <a:lvl5pPr marL="2286000" lvl="4" indent="-228600" algn="l">
              <a:spcBef>
                <a:spcPts val="100"/>
              </a:spcBef>
              <a:spcAft>
                <a:spcPts val="0"/>
              </a:spcAft>
              <a:buClr>
                <a:srgbClr val="888888"/>
              </a:buClr>
              <a:buSzPts val="700"/>
              <a:buNone/>
              <a:defRPr sz="700">
                <a:solidFill>
                  <a:srgbClr val="888888"/>
                </a:solidFill>
              </a:defRPr>
            </a:lvl5pPr>
            <a:lvl6pPr marL="2743200" lvl="5" indent="-228600" algn="l">
              <a:spcBef>
                <a:spcPts val="100"/>
              </a:spcBef>
              <a:spcAft>
                <a:spcPts val="0"/>
              </a:spcAft>
              <a:buClr>
                <a:srgbClr val="888888"/>
              </a:buClr>
              <a:buSzPts val="700"/>
              <a:buNone/>
              <a:defRPr sz="700">
                <a:solidFill>
                  <a:srgbClr val="888888"/>
                </a:solidFill>
              </a:defRPr>
            </a:lvl6pPr>
            <a:lvl7pPr marL="3200400" lvl="6" indent="-228600" algn="l">
              <a:spcBef>
                <a:spcPts val="100"/>
              </a:spcBef>
              <a:spcAft>
                <a:spcPts val="0"/>
              </a:spcAft>
              <a:buClr>
                <a:srgbClr val="888888"/>
              </a:buClr>
              <a:buSzPts val="700"/>
              <a:buNone/>
              <a:defRPr sz="700">
                <a:solidFill>
                  <a:srgbClr val="888888"/>
                </a:solidFill>
              </a:defRPr>
            </a:lvl7pPr>
            <a:lvl8pPr marL="3657600" lvl="7" indent="-228600" algn="l">
              <a:spcBef>
                <a:spcPts val="100"/>
              </a:spcBef>
              <a:spcAft>
                <a:spcPts val="0"/>
              </a:spcAft>
              <a:buClr>
                <a:srgbClr val="888888"/>
              </a:buClr>
              <a:buSzPts val="700"/>
              <a:buNone/>
              <a:defRPr sz="700">
                <a:solidFill>
                  <a:srgbClr val="888888"/>
                </a:solidFill>
              </a:defRPr>
            </a:lvl8pPr>
            <a:lvl9pPr marL="4114800" lvl="8" indent="-228600" algn="l">
              <a:spcBef>
                <a:spcPts val="100"/>
              </a:spcBef>
              <a:spcAft>
                <a:spcPts val="0"/>
              </a:spcAft>
              <a:buClr>
                <a:srgbClr val="888888"/>
              </a:buClr>
              <a:buSzPts val="700"/>
              <a:buNone/>
              <a:defRPr sz="700">
                <a:solidFill>
                  <a:srgbClr val="888888"/>
                </a:solidFill>
              </a:defRPr>
            </a:lvl9pPr>
          </a:lstStyle>
          <a:p/>
        </p:txBody>
      </p:sp>
      <p:sp>
        <p:nvSpPr>
          <p:cNvPr id="75" name="Google Shape;75;p17"/>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6" name="Google Shape;76;p17"/>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77" name="Google Shape;77;p17"/>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0" name="Google Shape;80;p18"/>
          <p:cNvSpPr txBox="1"/>
          <p:nvPr>
            <p:ph type="body" idx="1"/>
          </p:nvPr>
        </p:nvSpPr>
        <p:spPr>
          <a:xfrm>
            <a:off x="228600" y="800100"/>
            <a:ext cx="2019300" cy="2262982"/>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p:txBody>
      </p:sp>
      <p:sp>
        <p:nvSpPr>
          <p:cNvPr id="81" name="Google Shape;81;p18"/>
          <p:cNvSpPr txBox="1"/>
          <p:nvPr>
            <p:ph type="body" idx="2"/>
          </p:nvPr>
        </p:nvSpPr>
        <p:spPr>
          <a:xfrm>
            <a:off x="2324100" y="800100"/>
            <a:ext cx="2019300" cy="2262982"/>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p:txBody>
      </p:sp>
      <p:sp>
        <p:nvSpPr>
          <p:cNvPr id="82" name="Google Shape;82;p18"/>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3" name="Google Shape;83;p18"/>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84" name="Google Shape;84;p18"/>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87" name="Google Shape;87;p19"/>
          <p:cNvSpPr txBox="1"/>
          <p:nvPr>
            <p:ph type="body" idx="1"/>
          </p:nvPr>
        </p:nvSpPr>
        <p:spPr>
          <a:xfrm>
            <a:off x="228600" y="767556"/>
            <a:ext cx="2020094" cy="319881"/>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p:txBody>
      </p:sp>
      <p:sp>
        <p:nvSpPr>
          <p:cNvPr id="88" name="Google Shape;88;p19"/>
          <p:cNvSpPr txBox="1"/>
          <p:nvPr>
            <p:ph type="body" idx="2"/>
          </p:nvPr>
        </p:nvSpPr>
        <p:spPr>
          <a:xfrm>
            <a:off x="228600" y="1087438"/>
            <a:ext cx="2020094" cy="1975644"/>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p:txBody>
      </p:sp>
      <p:sp>
        <p:nvSpPr>
          <p:cNvPr id="89" name="Google Shape;89;p19"/>
          <p:cNvSpPr txBox="1"/>
          <p:nvPr>
            <p:ph type="body" idx="3"/>
          </p:nvPr>
        </p:nvSpPr>
        <p:spPr>
          <a:xfrm>
            <a:off x="2322513" y="767556"/>
            <a:ext cx="2020888" cy="319881"/>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p:txBody>
      </p:sp>
      <p:sp>
        <p:nvSpPr>
          <p:cNvPr id="90" name="Google Shape;90;p19"/>
          <p:cNvSpPr txBox="1"/>
          <p:nvPr>
            <p:ph type="body" idx="4"/>
          </p:nvPr>
        </p:nvSpPr>
        <p:spPr>
          <a:xfrm>
            <a:off x="2322513" y="1087438"/>
            <a:ext cx="2020888" cy="1975644"/>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p:txBody>
      </p:sp>
      <p:sp>
        <p:nvSpPr>
          <p:cNvPr id="91" name="Google Shape;91;p19"/>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2" name="Google Shape;92;p19"/>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3" name="Google Shape;93;p19"/>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96" name="Google Shape;96;p20"/>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7" name="Google Shape;97;p20"/>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98" name="Google Shape;98;p20"/>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228600" y="136525"/>
            <a:ext cx="1504157" cy="581025"/>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1" name="Google Shape;101;p21"/>
          <p:cNvSpPr txBox="1"/>
          <p:nvPr>
            <p:ph type="body" idx="1"/>
          </p:nvPr>
        </p:nvSpPr>
        <p:spPr>
          <a:xfrm>
            <a:off x="1787525" y="136525"/>
            <a:ext cx="2555875" cy="2926557"/>
          </a:xfrm>
          <a:prstGeom prst="rect">
            <a:avLst/>
          </a:prstGeom>
          <a:noFill/>
          <a:ln>
            <a:noFill/>
          </a:ln>
        </p:spPr>
        <p:txBody>
          <a:bodyPr spcFirstLastPara="1" wrap="square" lIns="45725" tIns="22850" rIns="45725" bIns="22850" anchor="t" anchorCtr="0">
            <a:normAutofit/>
          </a:bodyPr>
          <a:lstStyle>
            <a:lvl1pPr marL="457200" lvl="0" indent="-330200" algn="l">
              <a:spcBef>
                <a:spcPts val="300"/>
              </a:spcBef>
              <a:spcAft>
                <a:spcPts val="0"/>
              </a:spcAft>
              <a:buClr>
                <a:schemeClr val="dk1"/>
              </a:buClr>
              <a:buSzPts val="1600"/>
              <a:buChar char="•"/>
              <a:defRPr sz="1600"/>
            </a:lvl1pPr>
            <a:lvl2pPr marL="914400" lvl="1" indent="-317500" algn="l">
              <a:spcBef>
                <a:spcPts val="300"/>
              </a:spcBef>
              <a:spcAft>
                <a:spcPts val="0"/>
              </a:spcAft>
              <a:buClr>
                <a:schemeClr val="dk1"/>
              </a:buClr>
              <a:buSzPts val="1400"/>
              <a:buChar char="–"/>
              <a:defRPr sz="1400"/>
            </a:lvl2pPr>
            <a:lvl3pPr marL="1371600" lvl="2" indent="-304800" algn="l">
              <a:spcBef>
                <a:spcPts val="200"/>
              </a:spcBef>
              <a:spcAft>
                <a:spcPts val="0"/>
              </a:spcAft>
              <a:buClr>
                <a:schemeClr val="dk1"/>
              </a:buClr>
              <a:buSzPts val="1200"/>
              <a:buChar char="•"/>
              <a:defRPr sz="1200"/>
            </a:lvl3pPr>
            <a:lvl4pPr marL="1828800" lvl="3" indent="-292100" algn="l">
              <a:spcBef>
                <a:spcPts val="200"/>
              </a:spcBef>
              <a:spcAft>
                <a:spcPts val="0"/>
              </a:spcAft>
              <a:buClr>
                <a:schemeClr val="dk1"/>
              </a:buClr>
              <a:buSzPts val="1000"/>
              <a:buChar char="–"/>
              <a:defRPr sz="1000"/>
            </a:lvl4pPr>
            <a:lvl5pPr marL="2286000" lvl="4" indent="-292100" algn="l">
              <a:spcBef>
                <a:spcPts val="200"/>
              </a:spcBef>
              <a:spcAft>
                <a:spcPts val="0"/>
              </a:spcAft>
              <a:buClr>
                <a:schemeClr val="dk1"/>
              </a:buClr>
              <a:buSzPts val="1000"/>
              <a:buChar char="»"/>
              <a:defRPr sz="1000"/>
            </a:lvl5pPr>
            <a:lvl6pPr marL="2743200" lvl="5" indent="-292100" algn="l">
              <a:spcBef>
                <a:spcPts val="200"/>
              </a:spcBef>
              <a:spcAft>
                <a:spcPts val="0"/>
              </a:spcAft>
              <a:buClr>
                <a:schemeClr val="dk1"/>
              </a:buClr>
              <a:buSzPts val="1000"/>
              <a:buChar char="•"/>
              <a:defRPr sz="1000"/>
            </a:lvl6pPr>
            <a:lvl7pPr marL="3200400" lvl="6" indent="-292100" algn="l">
              <a:spcBef>
                <a:spcPts val="200"/>
              </a:spcBef>
              <a:spcAft>
                <a:spcPts val="0"/>
              </a:spcAft>
              <a:buClr>
                <a:schemeClr val="dk1"/>
              </a:buClr>
              <a:buSzPts val="1000"/>
              <a:buChar char="•"/>
              <a:defRPr sz="1000"/>
            </a:lvl7pPr>
            <a:lvl8pPr marL="3657600" lvl="7" indent="-292100" algn="l">
              <a:spcBef>
                <a:spcPts val="200"/>
              </a:spcBef>
              <a:spcAft>
                <a:spcPts val="0"/>
              </a:spcAft>
              <a:buClr>
                <a:schemeClr val="dk1"/>
              </a:buClr>
              <a:buSzPts val="1000"/>
              <a:buChar char="•"/>
              <a:defRPr sz="1000"/>
            </a:lvl8pPr>
            <a:lvl9pPr marL="4114800" lvl="8" indent="-292100" algn="l">
              <a:spcBef>
                <a:spcPts val="200"/>
              </a:spcBef>
              <a:spcAft>
                <a:spcPts val="0"/>
              </a:spcAft>
              <a:buClr>
                <a:schemeClr val="dk1"/>
              </a:buClr>
              <a:buSzPts val="1000"/>
              <a:buChar char="•"/>
              <a:defRPr sz="1000"/>
            </a:lvl9pPr>
          </a:lstStyle>
          <a:p/>
        </p:txBody>
      </p:sp>
      <p:sp>
        <p:nvSpPr>
          <p:cNvPr id="102" name="Google Shape;102;p21"/>
          <p:cNvSpPr txBox="1"/>
          <p:nvPr>
            <p:ph type="body" idx="2"/>
          </p:nvPr>
        </p:nvSpPr>
        <p:spPr>
          <a:xfrm>
            <a:off x="228600" y="717550"/>
            <a:ext cx="1504157" cy="2345532"/>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p:txBody>
      </p:sp>
      <p:sp>
        <p:nvSpPr>
          <p:cNvPr id="103" name="Google Shape;103;p21"/>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4" name="Google Shape;104;p21"/>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05" name="Google Shape;105;p21"/>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896144" y="2400300"/>
            <a:ext cx="2743200" cy="283369"/>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08" name="Google Shape;108;p22"/>
          <p:cNvSpPr/>
          <p:nvPr>
            <p:ph type="pic" idx="2"/>
          </p:nvPr>
        </p:nvSpPr>
        <p:spPr>
          <a:xfrm>
            <a:off x="896144" y="306388"/>
            <a:ext cx="2743200" cy="2057400"/>
          </a:xfrm>
          <a:prstGeom prst="rect">
            <a:avLst/>
          </a:prstGeom>
          <a:noFill/>
          <a:ln>
            <a:noFill/>
          </a:ln>
        </p:spPr>
      </p:sp>
      <p:sp>
        <p:nvSpPr>
          <p:cNvPr id="109" name="Google Shape;109;p22"/>
          <p:cNvSpPr txBox="1"/>
          <p:nvPr>
            <p:ph type="body" idx="1"/>
          </p:nvPr>
        </p:nvSpPr>
        <p:spPr>
          <a:xfrm>
            <a:off x="896144" y="2683669"/>
            <a:ext cx="2743200" cy="402431"/>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p:txBody>
      </p:sp>
      <p:sp>
        <p:nvSpPr>
          <p:cNvPr id="110" name="Google Shape;110;p22"/>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1" name="Google Shape;111;p22"/>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2" name="Google Shape;112;p22"/>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15" name="Google Shape;115;p23"/>
          <p:cNvSpPr txBox="1"/>
          <p:nvPr>
            <p:ph type="body" idx="1"/>
          </p:nvPr>
        </p:nvSpPr>
        <p:spPr>
          <a:xfrm rot="5400000">
            <a:off x="1154509" y="-125809"/>
            <a:ext cx="2262982" cy="41148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p:txBody>
      </p:sp>
      <p:sp>
        <p:nvSpPr>
          <p:cNvPr id="116" name="Google Shape;116;p23"/>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7" name="Google Shape;117;p23"/>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18" name="Google Shape;118;p23"/>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2366169" y="1085850"/>
            <a:ext cx="2925763" cy="10287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p:txBody>
      </p:sp>
      <p:sp>
        <p:nvSpPr>
          <p:cNvPr id="121" name="Google Shape;121;p24"/>
          <p:cNvSpPr txBox="1"/>
          <p:nvPr>
            <p:ph type="body" idx="1"/>
          </p:nvPr>
        </p:nvSpPr>
        <p:spPr>
          <a:xfrm rot="5400000">
            <a:off x="270669" y="95250"/>
            <a:ext cx="2925763" cy="30099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p:txBody>
      </p:sp>
      <p:sp>
        <p:nvSpPr>
          <p:cNvPr id="122" name="Google Shape;122;p24"/>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3" name="Google Shape;123;p24"/>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p:txBody>
      </p:sp>
      <p:sp>
        <p:nvSpPr>
          <p:cNvPr id="124" name="Google Shape;124;p24"/>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marR="0" lvl="0" algn="ctr" rtl="0">
              <a:spcBef>
                <a:spcPts val="0"/>
              </a:spcBef>
              <a:spcAft>
                <a:spcPts val="0"/>
              </a:spcAft>
              <a:buClr>
                <a:schemeClr val="dk1"/>
              </a:buClr>
              <a:buSzPts val="2200"/>
              <a:buFont typeface="Calibri"/>
              <a:buNone/>
              <a:defRPr sz="2200" b="0" i="0" u="none" strike="noStrike" cap="non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p:txBody>
      </p:sp>
      <p:sp>
        <p:nvSpPr>
          <p:cNvPr id="52" name="Google Shape;52;p13"/>
          <p:cNvSpPr txBox="1"/>
          <p:nvPr>
            <p:ph type="body" idx="1"/>
          </p:nvPr>
        </p:nvSpPr>
        <p:spPr>
          <a:xfrm>
            <a:off x="228600" y="800100"/>
            <a:ext cx="4114800" cy="2262982"/>
          </a:xfrm>
          <a:prstGeom prst="rect">
            <a:avLst/>
          </a:prstGeom>
          <a:noFill/>
          <a:ln>
            <a:noFill/>
          </a:ln>
        </p:spPr>
        <p:txBody>
          <a:bodyPr spcFirstLastPara="1" wrap="square" lIns="45725" tIns="22850" rIns="45725" bIns="22850" anchor="t" anchorCtr="0">
            <a:normAutofit/>
          </a:bodyPr>
          <a:lstStyle>
            <a:lvl1pPr marL="457200" marR="0" lvl="0" indent="-330200" algn="l" rtl="0">
              <a:spcBef>
                <a:spcPts val="300"/>
              </a:spcBef>
              <a:spcAft>
                <a:spcPts val="0"/>
              </a:spcAft>
              <a:buClr>
                <a:schemeClr val="dk1"/>
              </a:buClr>
              <a:buSzPts val="1600"/>
              <a:buFont typeface="Arial" panose="020B0604020202090204"/>
              <a:buChar char="•"/>
              <a:defRPr sz="1600" b="0" i="0" u="none" strike="noStrike" cap="none">
                <a:solidFill>
                  <a:schemeClr val="dk1"/>
                </a:solidFill>
                <a:latin typeface="Calibri"/>
                <a:ea typeface="Calibri"/>
                <a:cs typeface="Calibri"/>
                <a:sym typeface="Calibri"/>
              </a:defRPr>
            </a:lvl1pPr>
            <a:lvl2pPr marL="914400" marR="0" lvl="1" indent="-317500" algn="l" rtl="0">
              <a:spcBef>
                <a:spcPts val="300"/>
              </a:spcBef>
              <a:spcAft>
                <a:spcPts val="0"/>
              </a:spcAft>
              <a:buClr>
                <a:schemeClr val="dk1"/>
              </a:buClr>
              <a:buSzPts val="1400"/>
              <a:buFont typeface="Arial" panose="020B0604020202090204"/>
              <a:buChar char="–"/>
              <a:defRPr sz="1400" b="0" i="0" u="none" strike="noStrike" cap="none">
                <a:solidFill>
                  <a:schemeClr val="dk1"/>
                </a:solidFill>
                <a:latin typeface="Calibri"/>
                <a:ea typeface="Calibri"/>
                <a:cs typeface="Calibri"/>
                <a:sym typeface="Calibri"/>
              </a:defRPr>
            </a:lvl2pPr>
            <a:lvl3pPr marL="1371600" marR="0" lvl="2" indent="-304800" algn="l" rtl="0">
              <a:spcBef>
                <a:spcPts val="200"/>
              </a:spcBef>
              <a:spcAft>
                <a:spcPts val="0"/>
              </a:spcAft>
              <a:buClr>
                <a:schemeClr val="dk1"/>
              </a:buClr>
              <a:buSzPts val="1200"/>
              <a:buFont typeface="Arial" panose="020B0604020202090204"/>
              <a:buChar char="•"/>
              <a:defRPr sz="1200" b="0" i="0" u="none" strike="noStrike" cap="none">
                <a:solidFill>
                  <a:schemeClr val="dk1"/>
                </a:solidFill>
                <a:latin typeface="Calibri"/>
                <a:ea typeface="Calibri"/>
                <a:cs typeface="Calibri"/>
                <a:sym typeface="Calibri"/>
              </a:defRPr>
            </a:lvl3pPr>
            <a:lvl4pPr marL="1828800" marR="0" lvl="3"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4pPr>
            <a:lvl5pPr marL="2286000" marR="0" lvl="4"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5pPr>
            <a:lvl6pPr marL="2743200" marR="0" lvl="5"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6pPr>
            <a:lvl7pPr marL="3200400" marR="0" lvl="6"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7pPr>
            <a:lvl8pPr marL="3657600" marR="0" lvl="7"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8pPr>
            <a:lvl9pPr marL="4114800" marR="0" lvl="8" indent="-292100" algn="l" rtl="0">
              <a:spcBef>
                <a:spcPts val="200"/>
              </a:spcBef>
              <a:spcAft>
                <a:spcPts val="0"/>
              </a:spcAft>
              <a:buClr>
                <a:schemeClr val="dk1"/>
              </a:buClr>
              <a:buSzPts val="1000"/>
              <a:buFont typeface="Arial" panose="020B0604020202090204"/>
              <a:buChar char="•"/>
              <a:defRPr sz="1000" b="0" i="0" u="none" strike="noStrike" cap="none">
                <a:solidFill>
                  <a:schemeClr val="dk1"/>
                </a:solidFill>
                <a:latin typeface="Calibri"/>
                <a:ea typeface="Calibri"/>
                <a:cs typeface="Calibri"/>
                <a:sym typeface="Calibri"/>
              </a:defRPr>
            </a:lvl9pPr>
          </a:lstStyle>
          <a:p/>
        </p:txBody>
      </p:sp>
      <p:sp>
        <p:nvSpPr>
          <p:cNvPr id="53" name="Google Shape;53;p13"/>
          <p:cNvSpPr txBox="1"/>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marR="0" lvl="0" algn="l" rtl="0">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p:txBody>
      </p:sp>
      <p:sp>
        <p:nvSpPr>
          <p:cNvPr id="54" name="Google Shape;54;p13"/>
          <p:cNvSpPr txBox="1"/>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marR="0" lvl="0" algn="ctr" rtl="0">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p:txBody>
      </p:sp>
      <p:sp>
        <p:nvSpPr>
          <p:cNvPr id="55" name="Google Shape;55;p13"/>
          <p:cNvSpPr txBox="1"/>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marR="0" lvl="0" indent="0" algn="r" rtl="0">
              <a:spcBef>
                <a:spcPts val="0"/>
              </a:spcBef>
              <a:buNone/>
              <a:defRPr sz="600" b="0" i="0" u="none" strike="noStrike" cap="none">
                <a:solidFill>
                  <a:srgbClr val="888888"/>
                </a:solidFill>
                <a:latin typeface="Calibri"/>
                <a:ea typeface="Calibri"/>
                <a:cs typeface="Calibri"/>
                <a:sym typeface="Calibri"/>
              </a:defRPr>
            </a:lvl1pPr>
            <a:lvl2pPr marL="0" marR="0" lvl="1" indent="0" algn="r" rtl="0">
              <a:spcBef>
                <a:spcPts val="0"/>
              </a:spcBef>
              <a:buNone/>
              <a:defRPr sz="600" b="0" i="0" u="none" strike="noStrike" cap="none">
                <a:solidFill>
                  <a:srgbClr val="888888"/>
                </a:solidFill>
                <a:latin typeface="Calibri"/>
                <a:ea typeface="Calibri"/>
                <a:cs typeface="Calibri"/>
                <a:sym typeface="Calibri"/>
              </a:defRPr>
            </a:lvl2pPr>
            <a:lvl3pPr marL="0" marR="0" lvl="2" indent="0" algn="r" rtl="0">
              <a:spcBef>
                <a:spcPts val="0"/>
              </a:spcBef>
              <a:buNone/>
              <a:defRPr sz="600" b="0" i="0" u="none" strike="noStrike" cap="none">
                <a:solidFill>
                  <a:srgbClr val="888888"/>
                </a:solidFill>
                <a:latin typeface="Calibri"/>
                <a:ea typeface="Calibri"/>
                <a:cs typeface="Calibri"/>
                <a:sym typeface="Calibri"/>
              </a:defRPr>
            </a:lvl3pPr>
            <a:lvl4pPr marL="0" marR="0" lvl="3" indent="0" algn="r" rtl="0">
              <a:spcBef>
                <a:spcPts val="0"/>
              </a:spcBef>
              <a:buNone/>
              <a:defRPr sz="600" b="0" i="0" u="none" strike="noStrike" cap="none">
                <a:solidFill>
                  <a:srgbClr val="888888"/>
                </a:solidFill>
                <a:latin typeface="Calibri"/>
                <a:ea typeface="Calibri"/>
                <a:cs typeface="Calibri"/>
                <a:sym typeface="Calibri"/>
              </a:defRPr>
            </a:lvl4pPr>
            <a:lvl5pPr marL="0" marR="0" lvl="4" indent="0" algn="r" rtl="0">
              <a:spcBef>
                <a:spcPts val="0"/>
              </a:spcBef>
              <a:buNone/>
              <a:defRPr sz="600" b="0" i="0" u="none" strike="noStrike" cap="none">
                <a:solidFill>
                  <a:srgbClr val="888888"/>
                </a:solidFill>
                <a:latin typeface="Calibri"/>
                <a:ea typeface="Calibri"/>
                <a:cs typeface="Calibri"/>
                <a:sym typeface="Calibri"/>
              </a:defRPr>
            </a:lvl5pPr>
            <a:lvl6pPr marL="0" marR="0" lvl="5" indent="0" algn="r" rtl="0">
              <a:spcBef>
                <a:spcPts val="0"/>
              </a:spcBef>
              <a:buNone/>
              <a:defRPr sz="600" b="0" i="0" u="none" strike="noStrike" cap="none">
                <a:solidFill>
                  <a:srgbClr val="888888"/>
                </a:solidFill>
                <a:latin typeface="Calibri"/>
                <a:ea typeface="Calibri"/>
                <a:cs typeface="Calibri"/>
                <a:sym typeface="Calibri"/>
              </a:defRPr>
            </a:lvl6pPr>
            <a:lvl7pPr marL="0" marR="0" lvl="6" indent="0" algn="r" rtl="0">
              <a:spcBef>
                <a:spcPts val="0"/>
              </a:spcBef>
              <a:buNone/>
              <a:defRPr sz="600" b="0" i="0" u="none" strike="noStrike" cap="none">
                <a:solidFill>
                  <a:srgbClr val="888888"/>
                </a:solidFill>
                <a:latin typeface="Calibri"/>
                <a:ea typeface="Calibri"/>
                <a:cs typeface="Calibri"/>
                <a:sym typeface="Calibri"/>
              </a:defRPr>
            </a:lvl7pPr>
            <a:lvl8pPr marL="0" marR="0" lvl="7" indent="0" algn="r" rtl="0">
              <a:spcBef>
                <a:spcPts val="0"/>
              </a:spcBef>
              <a:buNone/>
              <a:defRPr sz="600" b="0" i="0" u="none" strike="noStrike" cap="none">
                <a:solidFill>
                  <a:srgbClr val="888888"/>
                </a:solidFill>
                <a:latin typeface="Calibri"/>
                <a:ea typeface="Calibri"/>
                <a:cs typeface="Calibri"/>
                <a:sym typeface="Calibri"/>
              </a:defRPr>
            </a:lvl8pPr>
            <a:lvl9pPr marL="0" marR="0" lvl="8" indent="0" algn="r" rtl="0">
              <a:spcBef>
                <a:spcPts val="0"/>
              </a:spcBef>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2.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4DECF"/>
        </a:solidFill>
        <a:effectLst/>
      </p:bgPr>
    </p:bg>
    <p:spTree>
      <p:nvGrpSpPr>
        <p:cNvPr id="128" name="Shape 128"/>
        <p:cNvGrpSpPr/>
        <p:nvPr/>
      </p:nvGrpSpPr>
      <p:grpSpPr>
        <a:xfrm>
          <a:off x="0" y="0"/>
          <a:ext cx="0" cy="0"/>
          <a:chOff x="0" y="0"/>
          <a:chExt cx="0" cy="0"/>
        </a:xfrm>
      </p:grpSpPr>
      <p:grpSp>
        <p:nvGrpSpPr>
          <p:cNvPr id="129" name="Google Shape;129;p25"/>
          <p:cNvGrpSpPr/>
          <p:nvPr/>
        </p:nvGrpSpPr>
        <p:grpSpPr>
          <a:xfrm>
            <a:off x="3561505" y="-90413"/>
            <a:ext cx="5582496" cy="5233913"/>
            <a:chOff x="0" y="-47625"/>
            <a:chExt cx="2940574" cy="2756958"/>
          </a:xfrm>
        </p:grpSpPr>
        <p:sp>
          <p:nvSpPr>
            <p:cNvPr id="130" name="Google Shape;130;p25"/>
            <p:cNvSpPr/>
            <p:nvPr/>
          </p:nvSpPr>
          <p:spPr>
            <a:xfrm>
              <a:off x="0" y="0"/>
              <a:ext cx="2940574" cy="2709333"/>
            </a:xfrm>
            <a:custGeom>
              <a:avLst/>
              <a:gdLst/>
              <a:ahLst/>
              <a:cxnLst/>
              <a:rect l="l" t="t" r="r" b="b"/>
              <a:pathLst>
                <a:path w="2940574" h="2709333" extrusionOk="0">
                  <a:moveTo>
                    <a:pt x="0" y="0"/>
                  </a:moveTo>
                  <a:lnTo>
                    <a:pt x="2940574" y="0"/>
                  </a:lnTo>
                  <a:lnTo>
                    <a:pt x="2940574" y="2709333"/>
                  </a:lnTo>
                  <a:lnTo>
                    <a:pt x="0" y="2709333"/>
                  </a:lnTo>
                  <a:close/>
                </a:path>
              </a:pathLst>
            </a:custGeom>
            <a:solidFill>
              <a:srgbClr val="202A79"/>
            </a:solidFill>
            <a:ln>
              <a:noFill/>
            </a:ln>
          </p:spPr>
        </p:sp>
        <p:sp>
          <p:nvSpPr>
            <p:cNvPr id="131" name="Google Shape;131;p25"/>
            <p:cNvSpPr txBox="1"/>
            <p:nvPr/>
          </p:nvSpPr>
          <p:spPr>
            <a:xfrm>
              <a:off x="0" y="-47625"/>
              <a:ext cx="812800" cy="8604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pic>
        <p:nvPicPr>
          <p:cNvPr id="132" name="Google Shape;132;p25"/>
          <p:cNvPicPr preferRelativeResize="0"/>
          <p:nvPr/>
        </p:nvPicPr>
        <p:blipFill rotWithShape="1">
          <a:blip r:embed="rId1"/>
          <a:srcRect l="935" t="4621"/>
          <a:stretch>
            <a:fillRect/>
          </a:stretch>
        </p:blipFill>
        <p:spPr>
          <a:xfrm>
            <a:off x="0" y="0"/>
            <a:ext cx="3561505" cy="5143500"/>
          </a:xfrm>
          <a:prstGeom prst="rect">
            <a:avLst/>
          </a:prstGeom>
          <a:noFill/>
          <a:ln>
            <a:noFill/>
          </a:ln>
        </p:spPr>
      </p:pic>
      <p:grpSp>
        <p:nvGrpSpPr>
          <p:cNvPr id="133" name="Google Shape;133;p25"/>
          <p:cNvGrpSpPr/>
          <p:nvPr/>
        </p:nvGrpSpPr>
        <p:grpSpPr>
          <a:xfrm>
            <a:off x="255087" y="289492"/>
            <a:ext cx="745694" cy="749036"/>
            <a:chOff x="1813" y="0"/>
            <a:chExt cx="809173" cy="812800"/>
          </a:xfrm>
        </p:grpSpPr>
        <p:sp>
          <p:nvSpPr>
            <p:cNvPr id="134" name="Google Shape;134;p25"/>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135" name="Google Shape;135;p25"/>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grpSp>
        <p:nvGrpSpPr>
          <p:cNvPr id="136" name="Google Shape;136;p25"/>
          <p:cNvGrpSpPr/>
          <p:nvPr/>
        </p:nvGrpSpPr>
        <p:grpSpPr>
          <a:xfrm>
            <a:off x="-127491" y="-324367"/>
            <a:ext cx="1542859" cy="1976842"/>
            <a:chOff x="-205660" y="-273375"/>
            <a:chExt cx="812700" cy="1041300"/>
          </a:xfrm>
        </p:grpSpPr>
        <p:sp>
          <p:nvSpPr>
            <p:cNvPr id="137" name="Google Shape;137;p25"/>
            <p:cNvSpPr/>
            <p:nvPr/>
          </p:nvSpPr>
          <p:spPr>
            <a:xfrm>
              <a:off x="0" y="0"/>
              <a:ext cx="401383" cy="514573"/>
            </a:xfrm>
            <a:custGeom>
              <a:avLst/>
              <a:gdLst/>
              <a:ahLst/>
              <a:cxnLst/>
              <a:rect l="l" t="t" r="r" b="b"/>
              <a:pathLst>
                <a:path w="401383" h="514573" extrusionOk="0">
                  <a:moveTo>
                    <a:pt x="0" y="0"/>
                  </a:moveTo>
                  <a:lnTo>
                    <a:pt x="401383" y="0"/>
                  </a:lnTo>
                  <a:lnTo>
                    <a:pt x="401383" y="514573"/>
                  </a:lnTo>
                  <a:lnTo>
                    <a:pt x="0" y="514573"/>
                  </a:lnTo>
                  <a:close/>
                </a:path>
              </a:pathLst>
            </a:custGeom>
            <a:solidFill>
              <a:srgbClr val="000000">
                <a:alpha val="0"/>
              </a:srgbClr>
            </a:solidFill>
            <a:ln>
              <a:noFill/>
            </a:ln>
          </p:spPr>
        </p:sp>
        <p:sp>
          <p:nvSpPr>
            <p:cNvPr id="138" name="Google Shape;138;p25"/>
            <p:cNvSpPr txBox="1"/>
            <p:nvPr/>
          </p:nvSpPr>
          <p:spPr>
            <a:xfrm>
              <a:off x="-205660" y="-273375"/>
              <a:ext cx="812700" cy="1041300"/>
            </a:xfrm>
            <a:prstGeom prst="rect">
              <a:avLst/>
            </a:prstGeom>
            <a:noFill/>
            <a:ln>
              <a:noFill/>
            </a:ln>
          </p:spPr>
          <p:txBody>
            <a:bodyPr spcFirstLastPara="1" wrap="square" lIns="127000" tIns="127000" rIns="127000" bIns="127000" anchor="ctr" anchorCtr="0">
              <a:noAutofit/>
            </a:bodyPr>
            <a:lstStyle/>
            <a:p>
              <a:pPr marL="0" marR="0" lvl="0" indent="0" algn="ctr" rtl="0">
                <a:lnSpc>
                  <a:spcPct val="150000"/>
                </a:lnSpc>
                <a:spcBef>
                  <a:spcPts val="0"/>
                </a:spcBef>
                <a:spcAft>
                  <a:spcPts val="0"/>
                </a:spcAft>
                <a:buNone/>
              </a:pPr>
              <a:r>
                <a:rPr lang="en-GB" sz="40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P</a:t>
              </a:r>
              <a:endParaRPr sz="700"/>
            </a:p>
          </p:txBody>
        </p:sp>
      </p:grpSp>
      <p:grpSp>
        <p:nvGrpSpPr>
          <p:cNvPr id="139" name="Google Shape;139;p25"/>
          <p:cNvGrpSpPr/>
          <p:nvPr/>
        </p:nvGrpSpPr>
        <p:grpSpPr>
          <a:xfrm>
            <a:off x="8201708" y="4200251"/>
            <a:ext cx="426985" cy="428899"/>
            <a:chOff x="2551" y="0"/>
            <a:chExt cx="1138626" cy="1143730"/>
          </a:xfrm>
        </p:grpSpPr>
        <p:grpSp>
          <p:nvGrpSpPr>
            <p:cNvPr id="140" name="Google Shape;140;p25"/>
            <p:cNvGrpSpPr/>
            <p:nvPr/>
          </p:nvGrpSpPr>
          <p:grpSpPr>
            <a:xfrm>
              <a:off x="2551" y="0"/>
              <a:ext cx="1138626" cy="1143730"/>
              <a:chOff x="1813" y="0"/>
              <a:chExt cx="809173" cy="812800"/>
            </a:xfrm>
          </p:grpSpPr>
          <p:sp>
            <p:nvSpPr>
              <p:cNvPr id="141" name="Google Shape;141;p25"/>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142" name="Google Shape;142;p25"/>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143" name="Google Shape;143;p25"/>
            <p:cNvSpPr txBox="1"/>
            <p:nvPr/>
          </p:nvSpPr>
          <p:spPr>
            <a:xfrm>
              <a:off x="362099" y="275108"/>
              <a:ext cx="440689" cy="6477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16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D</a:t>
              </a:r>
              <a:endParaRPr sz="700"/>
            </a:p>
          </p:txBody>
        </p:sp>
      </p:grpSp>
      <p:sp>
        <p:nvSpPr>
          <p:cNvPr id="144" name="Google Shape;144;p25"/>
          <p:cNvSpPr txBox="1"/>
          <p:nvPr/>
        </p:nvSpPr>
        <p:spPr>
          <a:xfrm>
            <a:off x="4172283" y="855834"/>
            <a:ext cx="4164255" cy="9144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6000" b="0" i="0" u="none" strike="noStrike" cap="none">
                <a:solidFill>
                  <a:srgbClr val="D4DECF"/>
                </a:solidFill>
                <a:latin typeface="Cinzel Decorative" panose="00000500000000000000"/>
                <a:ea typeface="Cinzel Decorative" panose="00000500000000000000"/>
                <a:cs typeface="Cinzel Decorative" panose="00000500000000000000"/>
                <a:sym typeface="Cinzel Decorative" panose="00000500000000000000"/>
              </a:rPr>
              <a:t>ELEGANT</a:t>
            </a:r>
            <a:endParaRPr sz="700"/>
          </a:p>
        </p:txBody>
      </p:sp>
      <p:sp>
        <p:nvSpPr>
          <p:cNvPr id="145" name="Google Shape;145;p25"/>
          <p:cNvSpPr txBox="1"/>
          <p:nvPr/>
        </p:nvSpPr>
        <p:spPr>
          <a:xfrm>
            <a:off x="5676003" y="1903850"/>
            <a:ext cx="3198600" cy="9234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6000" b="0" i="0" u="none" strike="noStrike" cap="none">
                <a:solidFill>
                  <a:srgbClr val="D4DECF"/>
                </a:solidFill>
                <a:latin typeface="Cinzel Decorative" panose="00000500000000000000"/>
                <a:ea typeface="Cinzel Decorative" panose="00000500000000000000"/>
                <a:cs typeface="Cinzel Decorative" panose="00000500000000000000"/>
                <a:sym typeface="Cinzel Decorative" panose="00000500000000000000"/>
              </a:rPr>
              <a:t>PITCH</a:t>
            </a:r>
            <a:endParaRPr sz="700"/>
          </a:p>
        </p:txBody>
      </p:sp>
      <p:sp>
        <p:nvSpPr>
          <p:cNvPr id="146" name="Google Shape;146;p25"/>
          <p:cNvSpPr txBox="1"/>
          <p:nvPr/>
        </p:nvSpPr>
        <p:spPr>
          <a:xfrm>
            <a:off x="4172283" y="2756072"/>
            <a:ext cx="2463802" cy="9144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6000" b="0" i="0" u="none" strike="noStrike" cap="none">
                <a:solidFill>
                  <a:srgbClr val="D4DECF"/>
                </a:solidFill>
                <a:latin typeface="Cinzel Decorative" panose="00000500000000000000"/>
                <a:ea typeface="Cinzel Decorative" panose="00000500000000000000"/>
                <a:cs typeface="Cinzel Decorative" panose="00000500000000000000"/>
                <a:sym typeface="Cinzel Decorative" panose="00000500000000000000"/>
              </a:rPr>
              <a:t>DECK</a:t>
            </a:r>
            <a:endParaRPr sz="700"/>
          </a:p>
        </p:txBody>
      </p:sp>
      <p:grpSp>
        <p:nvGrpSpPr>
          <p:cNvPr id="147" name="Google Shape;147;p25"/>
          <p:cNvGrpSpPr/>
          <p:nvPr/>
        </p:nvGrpSpPr>
        <p:grpSpPr>
          <a:xfrm>
            <a:off x="4514103" y="4297464"/>
            <a:ext cx="3644190" cy="266621"/>
            <a:chOff x="0" y="-28575"/>
            <a:chExt cx="9717839" cy="710988"/>
          </a:xfrm>
        </p:grpSpPr>
        <p:sp>
          <p:nvSpPr>
            <p:cNvPr id="148" name="Google Shape;148;p25"/>
            <p:cNvSpPr txBox="1"/>
            <p:nvPr/>
          </p:nvSpPr>
          <p:spPr>
            <a:xfrm>
              <a:off x="4676229" y="-28575"/>
              <a:ext cx="5041610" cy="672888"/>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GB" sz="1600" b="0" i="0" u="none" strike="noStrike" cap="none">
                  <a:solidFill>
                    <a:srgbClr val="FFFFFF"/>
                  </a:solidFill>
                  <a:latin typeface="Arial" panose="020B0604020202090204"/>
                  <a:ea typeface="Arial" panose="020B0604020202090204"/>
                  <a:cs typeface="Arial" panose="020B0604020202090204"/>
                  <a:sym typeface="Arial" panose="020B0604020202090204"/>
                </a:rPr>
                <a:t>Presentation 2024</a:t>
              </a:r>
              <a:endParaRPr sz="700"/>
            </a:p>
          </p:txBody>
        </p:sp>
        <p:sp>
          <p:nvSpPr>
            <p:cNvPr id="149" name="Google Shape;149;p25"/>
            <p:cNvSpPr txBox="1"/>
            <p:nvPr/>
          </p:nvSpPr>
          <p:spPr>
            <a:xfrm>
              <a:off x="0" y="9525"/>
              <a:ext cx="4676229" cy="672888"/>
            </a:xfrm>
            <a:prstGeom prst="rect">
              <a:avLst/>
            </a:prstGeom>
            <a:noFill/>
            <a:ln>
              <a:noFill/>
            </a:ln>
          </p:spPr>
          <p:txBody>
            <a:bodyPr spcFirstLastPara="1" wrap="square" lIns="0" tIns="0" rIns="0" bIns="0" anchor="t" anchorCtr="0">
              <a:spAutoFit/>
            </a:bodyPr>
            <a:lstStyle/>
            <a:p>
              <a:pPr marL="0" marR="0" lvl="0" indent="0" algn="l" rtl="0">
                <a:lnSpc>
                  <a:spcPct val="130000"/>
                </a:lnSpc>
                <a:spcBef>
                  <a:spcPts val="0"/>
                </a:spcBef>
                <a:spcAft>
                  <a:spcPts val="0"/>
                </a:spcAft>
                <a:buNone/>
              </a:pPr>
              <a:r>
                <a:rPr lang="en-GB" sz="1600" b="0" i="0" u="none" strike="noStrike" cap="none">
                  <a:solidFill>
                    <a:srgbClr val="FFFFFF"/>
                  </a:solidFill>
                  <a:latin typeface="Arial" panose="020B0604020202090204"/>
                  <a:ea typeface="Arial" panose="020B0604020202090204"/>
                  <a:cs typeface="Arial" panose="020B0604020202090204"/>
                  <a:sym typeface="Arial" panose="020B0604020202090204"/>
                </a:rPr>
                <a:t>Company name | </a:t>
              </a:r>
              <a:endParaRPr sz="700"/>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4DECF"/>
        </a:solidFill>
        <a:effectLst/>
      </p:bgPr>
    </p:bg>
    <p:spTree>
      <p:nvGrpSpPr>
        <p:cNvPr id="153" name="Shape 153"/>
        <p:cNvGrpSpPr/>
        <p:nvPr/>
      </p:nvGrpSpPr>
      <p:grpSpPr>
        <a:xfrm>
          <a:off x="0" y="0"/>
          <a:ext cx="0" cy="0"/>
          <a:chOff x="0" y="0"/>
          <a:chExt cx="0" cy="0"/>
        </a:xfrm>
      </p:grpSpPr>
      <p:grpSp>
        <p:nvGrpSpPr>
          <p:cNvPr id="154" name="Google Shape;154;p26"/>
          <p:cNvGrpSpPr/>
          <p:nvPr/>
        </p:nvGrpSpPr>
        <p:grpSpPr>
          <a:xfrm>
            <a:off x="6012945" y="-69067"/>
            <a:ext cx="3131056" cy="5212567"/>
            <a:chOff x="0" y="-47625"/>
            <a:chExt cx="1649280" cy="2745714"/>
          </a:xfrm>
        </p:grpSpPr>
        <p:sp>
          <p:nvSpPr>
            <p:cNvPr id="155" name="Google Shape;155;p26"/>
            <p:cNvSpPr/>
            <p:nvPr/>
          </p:nvSpPr>
          <p:spPr>
            <a:xfrm>
              <a:off x="0" y="0"/>
              <a:ext cx="1649280" cy="2698089"/>
            </a:xfrm>
            <a:custGeom>
              <a:avLst/>
              <a:gdLst/>
              <a:ahLst/>
              <a:cxnLst/>
              <a:rect l="l" t="t" r="r" b="b"/>
              <a:pathLst>
                <a:path w="1649280" h="2698089" extrusionOk="0">
                  <a:moveTo>
                    <a:pt x="0" y="0"/>
                  </a:moveTo>
                  <a:lnTo>
                    <a:pt x="1649280" y="0"/>
                  </a:lnTo>
                  <a:lnTo>
                    <a:pt x="1649280" y="2698089"/>
                  </a:lnTo>
                  <a:lnTo>
                    <a:pt x="0" y="2698089"/>
                  </a:lnTo>
                  <a:close/>
                </a:path>
              </a:pathLst>
            </a:custGeom>
            <a:solidFill>
              <a:srgbClr val="202A79"/>
            </a:solidFill>
            <a:ln>
              <a:noFill/>
            </a:ln>
          </p:spPr>
        </p:sp>
        <p:sp>
          <p:nvSpPr>
            <p:cNvPr id="156" name="Google Shape;156;p26"/>
            <p:cNvSpPr txBox="1"/>
            <p:nvPr/>
          </p:nvSpPr>
          <p:spPr>
            <a:xfrm>
              <a:off x="0" y="-47625"/>
              <a:ext cx="812800" cy="8604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157" name="Google Shape;157;p26"/>
          <p:cNvSpPr txBox="1"/>
          <p:nvPr/>
        </p:nvSpPr>
        <p:spPr>
          <a:xfrm>
            <a:off x="514350" y="509588"/>
            <a:ext cx="6094455" cy="137636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45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How to Use This Presentation</a:t>
            </a:r>
            <a:endParaRPr sz="700"/>
          </a:p>
        </p:txBody>
      </p:sp>
      <p:sp>
        <p:nvSpPr>
          <p:cNvPr id="158" name="Google Shape;158;p26"/>
          <p:cNvSpPr/>
          <p:nvPr/>
        </p:nvSpPr>
        <p:spPr>
          <a:xfrm>
            <a:off x="969417" y="3198418"/>
            <a:ext cx="1543050" cy="276379"/>
          </a:xfrm>
          <a:custGeom>
            <a:avLst/>
            <a:gdLst/>
            <a:ahLst/>
            <a:cxnLst/>
            <a:rect l="l" t="t" r="r" b="b"/>
            <a:pathLst>
              <a:path w="812800" h="145582" extrusionOk="0">
                <a:moveTo>
                  <a:pt x="0" y="0"/>
                </a:moveTo>
                <a:lnTo>
                  <a:pt x="812800" y="0"/>
                </a:lnTo>
                <a:lnTo>
                  <a:pt x="812800" y="145582"/>
                </a:lnTo>
                <a:lnTo>
                  <a:pt x="0" y="145582"/>
                </a:lnTo>
                <a:close/>
              </a:path>
            </a:pathLst>
          </a:custGeom>
          <a:solidFill>
            <a:srgbClr val="000000">
              <a:alpha val="0"/>
            </a:srgbClr>
          </a:solidFill>
          <a:ln>
            <a:noFill/>
          </a:ln>
        </p:spPr>
      </p:sp>
      <p:sp>
        <p:nvSpPr>
          <p:cNvPr id="159" name="Google Shape;159;p26"/>
          <p:cNvSpPr txBox="1"/>
          <p:nvPr/>
        </p:nvSpPr>
        <p:spPr>
          <a:xfrm>
            <a:off x="969417" y="2010731"/>
            <a:ext cx="1542900" cy="1633500"/>
          </a:xfrm>
          <a:prstGeom prst="rect">
            <a:avLst/>
          </a:prstGeom>
          <a:no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CANVA</a:t>
            </a:r>
            <a:endParaRPr sz="700"/>
          </a:p>
        </p:txBody>
      </p:sp>
      <p:grpSp>
        <p:nvGrpSpPr>
          <p:cNvPr id="160" name="Google Shape;160;p26"/>
          <p:cNvGrpSpPr/>
          <p:nvPr/>
        </p:nvGrpSpPr>
        <p:grpSpPr>
          <a:xfrm>
            <a:off x="3793553" y="1989979"/>
            <a:ext cx="1543050" cy="1633420"/>
            <a:chOff x="0" y="-636542"/>
            <a:chExt cx="812800" cy="860400"/>
          </a:xfrm>
        </p:grpSpPr>
        <p:sp>
          <p:nvSpPr>
            <p:cNvPr id="161" name="Google Shape;161;p26"/>
            <p:cNvSpPr/>
            <p:nvPr/>
          </p:nvSpPr>
          <p:spPr>
            <a:xfrm>
              <a:off x="0" y="0"/>
              <a:ext cx="812800" cy="145582"/>
            </a:xfrm>
            <a:custGeom>
              <a:avLst/>
              <a:gdLst/>
              <a:ahLst/>
              <a:cxnLst/>
              <a:rect l="l" t="t" r="r" b="b"/>
              <a:pathLst>
                <a:path w="812800" h="145582" extrusionOk="0">
                  <a:moveTo>
                    <a:pt x="0" y="0"/>
                  </a:moveTo>
                  <a:lnTo>
                    <a:pt x="812800" y="0"/>
                  </a:lnTo>
                  <a:lnTo>
                    <a:pt x="812800" y="145582"/>
                  </a:lnTo>
                  <a:lnTo>
                    <a:pt x="0" y="145582"/>
                  </a:lnTo>
                  <a:close/>
                </a:path>
              </a:pathLst>
            </a:custGeom>
            <a:solidFill>
              <a:srgbClr val="000000">
                <a:alpha val="0"/>
              </a:srgbClr>
            </a:solidFill>
            <a:ln>
              <a:noFill/>
            </a:ln>
          </p:spPr>
        </p:sp>
        <p:sp>
          <p:nvSpPr>
            <p:cNvPr id="162" name="Google Shape;162;p26"/>
            <p:cNvSpPr txBox="1"/>
            <p:nvPr/>
          </p:nvSpPr>
          <p:spPr>
            <a:xfrm>
              <a:off x="0" y="-636542"/>
              <a:ext cx="812700" cy="860400"/>
            </a:xfrm>
            <a:prstGeom prst="rect">
              <a:avLst/>
            </a:prstGeom>
            <a:no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POWERPOINT</a:t>
              </a:r>
              <a:endParaRPr sz="700"/>
            </a:p>
          </p:txBody>
        </p:sp>
      </p:grpSp>
      <p:grpSp>
        <p:nvGrpSpPr>
          <p:cNvPr id="163" name="Google Shape;163;p26"/>
          <p:cNvGrpSpPr/>
          <p:nvPr/>
        </p:nvGrpSpPr>
        <p:grpSpPr>
          <a:xfrm>
            <a:off x="6608805" y="2010755"/>
            <a:ext cx="1543050" cy="1633420"/>
            <a:chOff x="0" y="-625599"/>
            <a:chExt cx="812800" cy="860400"/>
          </a:xfrm>
        </p:grpSpPr>
        <p:sp>
          <p:nvSpPr>
            <p:cNvPr id="164" name="Google Shape;164;p26"/>
            <p:cNvSpPr/>
            <p:nvPr/>
          </p:nvSpPr>
          <p:spPr>
            <a:xfrm>
              <a:off x="0" y="0"/>
              <a:ext cx="812800" cy="145582"/>
            </a:xfrm>
            <a:custGeom>
              <a:avLst/>
              <a:gdLst/>
              <a:ahLst/>
              <a:cxnLst/>
              <a:rect l="l" t="t" r="r" b="b"/>
              <a:pathLst>
                <a:path w="812800" h="145582" extrusionOk="0">
                  <a:moveTo>
                    <a:pt x="0" y="0"/>
                  </a:moveTo>
                  <a:lnTo>
                    <a:pt x="812800" y="0"/>
                  </a:lnTo>
                  <a:lnTo>
                    <a:pt x="812800" y="145582"/>
                  </a:lnTo>
                  <a:lnTo>
                    <a:pt x="0" y="145582"/>
                  </a:lnTo>
                  <a:close/>
                </a:path>
              </a:pathLst>
            </a:custGeom>
            <a:solidFill>
              <a:srgbClr val="000000">
                <a:alpha val="0"/>
              </a:srgbClr>
            </a:solidFill>
            <a:ln>
              <a:noFill/>
            </a:ln>
          </p:spPr>
        </p:sp>
        <p:sp>
          <p:nvSpPr>
            <p:cNvPr id="165" name="Google Shape;165;p26"/>
            <p:cNvSpPr txBox="1"/>
            <p:nvPr/>
          </p:nvSpPr>
          <p:spPr>
            <a:xfrm>
              <a:off x="0" y="-625599"/>
              <a:ext cx="812700" cy="860400"/>
            </a:xfrm>
            <a:prstGeom prst="rect">
              <a:avLst/>
            </a:prstGeom>
            <a:noFill/>
            <a:ln>
              <a:noFill/>
            </a:ln>
          </p:spPr>
          <p:txBody>
            <a:bodyPr spcFirstLastPara="1" wrap="square" lIns="25400" tIns="25400" rIns="25400" bIns="25400" anchor="ctr" anchorCtr="0">
              <a:noAutofit/>
            </a:bodyPr>
            <a:lstStyle/>
            <a:p>
              <a:pPr marL="0" marR="0" lvl="0" indent="0" algn="ctr" rtl="0">
                <a:lnSpc>
                  <a:spcPct val="140000"/>
                </a:lnSpc>
                <a:spcBef>
                  <a:spcPts val="0"/>
                </a:spcBef>
                <a:spcAft>
                  <a:spcPts val="0"/>
                </a:spcAft>
                <a:buNone/>
              </a:pPr>
              <a:r>
                <a:rPr lang="en-GB" sz="1100" b="0" i="0" u="none" strike="noStrike" cap="none">
                  <a:solidFill>
                    <a:srgbClr val="FFFFFF"/>
                  </a:solidFill>
                  <a:latin typeface="Arial" panose="020B0604020202090204"/>
                  <a:ea typeface="Arial" panose="020B0604020202090204"/>
                  <a:cs typeface="Arial" panose="020B0604020202090204"/>
                  <a:sym typeface="Arial" panose="020B0604020202090204"/>
                </a:rPr>
                <a:t>GOOGLE SLIDES</a:t>
              </a:r>
              <a:endParaRPr sz="700"/>
            </a:p>
          </p:txBody>
        </p:sp>
      </p:grpSp>
      <p:pic>
        <p:nvPicPr>
          <p:cNvPr id="166" name="Google Shape;166;p26"/>
          <p:cNvPicPr preferRelativeResize="0"/>
          <p:nvPr/>
        </p:nvPicPr>
        <p:blipFill rotWithShape="1">
          <a:blip r:embed="rId1"/>
          <a:srcRect/>
          <a:stretch>
            <a:fillRect/>
          </a:stretch>
        </p:blipFill>
        <p:spPr>
          <a:xfrm>
            <a:off x="7119644" y="2237245"/>
            <a:ext cx="436351" cy="436351"/>
          </a:xfrm>
          <a:prstGeom prst="rect">
            <a:avLst/>
          </a:prstGeom>
          <a:noFill/>
          <a:ln>
            <a:noFill/>
          </a:ln>
        </p:spPr>
      </p:pic>
      <p:pic>
        <p:nvPicPr>
          <p:cNvPr id="167" name="Google Shape;167;p26"/>
          <p:cNvPicPr preferRelativeResize="0"/>
          <p:nvPr/>
        </p:nvPicPr>
        <p:blipFill rotWithShape="1">
          <a:blip r:embed="rId2"/>
          <a:srcRect/>
          <a:stretch>
            <a:fillRect/>
          </a:stretch>
        </p:blipFill>
        <p:spPr>
          <a:xfrm>
            <a:off x="4292701" y="2223173"/>
            <a:ext cx="464494" cy="464494"/>
          </a:xfrm>
          <a:prstGeom prst="rect">
            <a:avLst/>
          </a:prstGeom>
          <a:noFill/>
          <a:ln>
            <a:noFill/>
          </a:ln>
        </p:spPr>
      </p:pic>
      <p:pic>
        <p:nvPicPr>
          <p:cNvPr id="168" name="Google Shape;168;p26"/>
          <p:cNvPicPr preferRelativeResize="0"/>
          <p:nvPr/>
        </p:nvPicPr>
        <p:blipFill rotWithShape="1">
          <a:blip r:embed="rId3"/>
          <a:srcRect/>
          <a:stretch>
            <a:fillRect/>
          </a:stretch>
        </p:blipFill>
        <p:spPr>
          <a:xfrm>
            <a:off x="1501659" y="2237245"/>
            <a:ext cx="478567" cy="478567"/>
          </a:xfrm>
          <a:prstGeom prst="rect">
            <a:avLst/>
          </a:prstGeom>
          <a:noFill/>
          <a:ln>
            <a:noFill/>
          </a:ln>
        </p:spPr>
      </p:pic>
      <p:cxnSp>
        <p:nvCxnSpPr>
          <p:cNvPr id="169" name="Google Shape;169;p26"/>
          <p:cNvCxnSpPr/>
          <p:nvPr/>
        </p:nvCxnSpPr>
        <p:spPr>
          <a:xfrm>
            <a:off x="3121380" y="2142410"/>
            <a:ext cx="0" cy="2769998"/>
          </a:xfrm>
          <a:prstGeom prst="straightConnector1">
            <a:avLst/>
          </a:prstGeom>
          <a:noFill/>
          <a:ln w="38100" cap="flat" cmpd="sng">
            <a:solidFill>
              <a:srgbClr val="202A79"/>
            </a:solidFill>
            <a:prstDash val="solid"/>
            <a:round/>
            <a:headEnd type="none" w="sm" len="sm"/>
            <a:tailEnd type="none" w="sm" len="sm"/>
          </a:ln>
        </p:spPr>
      </p:cxnSp>
      <p:cxnSp>
        <p:nvCxnSpPr>
          <p:cNvPr id="170" name="Google Shape;170;p26"/>
          <p:cNvCxnSpPr/>
          <p:nvPr/>
        </p:nvCxnSpPr>
        <p:spPr>
          <a:xfrm>
            <a:off x="6066822" y="2089797"/>
            <a:ext cx="0" cy="2769998"/>
          </a:xfrm>
          <a:prstGeom prst="straightConnector1">
            <a:avLst/>
          </a:prstGeom>
          <a:noFill/>
          <a:ln w="38100" cap="flat" cmpd="sng">
            <a:solidFill>
              <a:srgbClr val="202A79"/>
            </a:solidFill>
            <a:prstDash val="solid"/>
            <a:round/>
            <a:headEnd type="none" w="sm" len="sm"/>
            <a:tailEnd type="none" w="sm" len="sm"/>
          </a:ln>
        </p:spPr>
      </p:cxnSp>
      <p:grpSp>
        <p:nvGrpSpPr>
          <p:cNvPr id="171" name="Google Shape;171;p26"/>
          <p:cNvGrpSpPr/>
          <p:nvPr/>
        </p:nvGrpSpPr>
        <p:grpSpPr>
          <a:xfrm>
            <a:off x="5735666" y="514350"/>
            <a:ext cx="554557" cy="557042"/>
            <a:chOff x="1813" y="0"/>
            <a:chExt cx="809173" cy="812800"/>
          </a:xfrm>
        </p:grpSpPr>
        <p:sp>
          <p:nvSpPr>
            <p:cNvPr id="172" name="Google Shape;172;p26"/>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173" name="Google Shape;173;p26"/>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cxnSp>
        <p:nvCxnSpPr>
          <p:cNvPr id="174" name="Google Shape;174;p26"/>
          <p:cNvCxnSpPr/>
          <p:nvPr/>
        </p:nvCxnSpPr>
        <p:spPr>
          <a:xfrm>
            <a:off x="887617" y="3035735"/>
            <a:ext cx="1624850" cy="0"/>
          </a:xfrm>
          <a:prstGeom prst="straightConnector1">
            <a:avLst/>
          </a:prstGeom>
          <a:noFill/>
          <a:ln w="19050" cap="flat" cmpd="sng">
            <a:solidFill>
              <a:srgbClr val="FFFFFF"/>
            </a:solidFill>
            <a:prstDash val="solid"/>
            <a:round/>
            <a:headEnd type="none" w="sm" len="sm"/>
            <a:tailEnd type="none" w="sm" len="sm"/>
          </a:ln>
        </p:spPr>
      </p:cxnSp>
      <p:cxnSp>
        <p:nvCxnSpPr>
          <p:cNvPr id="175" name="Google Shape;175;p26"/>
          <p:cNvCxnSpPr/>
          <p:nvPr/>
        </p:nvCxnSpPr>
        <p:spPr>
          <a:xfrm>
            <a:off x="3711753" y="3016685"/>
            <a:ext cx="1624850" cy="0"/>
          </a:xfrm>
          <a:prstGeom prst="straightConnector1">
            <a:avLst/>
          </a:prstGeom>
          <a:noFill/>
          <a:ln w="19050" cap="flat" cmpd="sng">
            <a:solidFill>
              <a:srgbClr val="FFFFFF"/>
            </a:solidFill>
            <a:prstDash val="solid"/>
            <a:round/>
            <a:headEnd type="none" w="sm" len="sm"/>
            <a:tailEnd type="none" w="sm" len="sm"/>
          </a:ln>
        </p:spPr>
      </p:cxnSp>
      <p:cxnSp>
        <p:nvCxnSpPr>
          <p:cNvPr id="176" name="Google Shape;176;p26"/>
          <p:cNvCxnSpPr/>
          <p:nvPr/>
        </p:nvCxnSpPr>
        <p:spPr>
          <a:xfrm>
            <a:off x="6527005" y="2997635"/>
            <a:ext cx="1624850" cy="0"/>
          </a:xfrm>
          <a:prstGeom prst="straightConnector1">
            <a:avLst/>
          </a:prstGeom>
          <a:noFill/>
          <a:ln w="19050" cap="flat" cmpd="sng">
            <a:solidFill>
              <a:srgbClr val="FFFFFF"/>
            </a:solidFill>
            <a:prstDash val="solid"/>
            <a:round/>
            <a:headEnd type="none" w="sm" len="sm"/>
            <a:tailEnd type="none" w="sm" len="sm"/>
          </a:ln>
        </p:spPr>
      </p:cxnSp>
      <p:sp>
        <p:nvSpPr>
          <p:cNvPr id="177" name="Google Shape;177;p26"/>
          <p:cNvSpPr txBox="1"/>
          <p:nvPr/>
        </p:nvSpPr>
        <p:spPr>
          <a:xfrm>
            <a:off x="804647" y="3232504"/>
            <a:ext cx="1990200" cy="8466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Click on the "Canva" button under this presentation preview. Start editing your presentation. You need to sign in to your Canva account.</a:t>
            </a:r>
            <a:endParaRPr sz="700"/>
          </a:p>
        </p:txBody>
      </p:sp>
      <p:sp>
        <p:nvSpPr>
          <p:cNvPr id="178" name="Google Shape;178;p26"/>
          <p:cNvSpPr txBox="1"/>
          <p:nvPr/>
        </p:nvSpPr>
        <p:spPr>
          <a:xfrm>
            <a:off x="3495962" y="3232504"/>
            <a:ext cx="2058000" cy="11853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Export this design from Canva as a PowerPoint template. Open the design in Canva. This will provide you with all the fonts used and elements used in this presentation as listed on page 21. Learn more on slide 3.</a:t>
            </a:r>
            <a:endParaRPr sz="700"/>
          </a:p>
        </p:txBody>
      </p:sp>
      <p:sp>
        <p:nvSpPr>
          <p:cNvPr id="179" name="Google Shape;179;p26"/>
          <p:cNvSpPr txBox="1"/>
          <p:nvPr/>
        </p:nvSpPr>
        <p:spPr>
          <a:xfrm>
            <a:off x="6431768" y="3232504"/>
            <a:ext cx="1967700" cy="1185300"/>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GB" sz="1100" b="0" i="0" u="none" strike="noStrike" cap="none">
                <a:solidFill>
                  <a:srgbClr val="FFFFFF"/>
                </a:solidFill>
                <a:latin typeface="Arial" panose="020B0604020202090204"/>
                <a:ea typeface="Arial" panose="020B0604020202090204"/>
                <a:cs typeface="Arial" panose="020B0604020202090204"/>
                <a:sym typeface="Arial" panose="020B0604020202090204"/>
              </a:rPr>
              <a:t>Export this design from Canva as a GoogleSlide template. This will provide you with all the fonts used and elements used in this presentation as listed on page 21. Learn more on slide 4.</a:t>
            </a:r>
            <a:endParaRPr sz="7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4DECF"/>
        </a:solidFill>
        <a:effectLst/>
      </p:bgPr>
    </p:bg>
    <p:spTree>
      <p:nvGrpSpPr>
        <p:cNvPr id="183" name="Shape 183"/>
        <p:cNvGrpSpPr/>
        <p:nvPr/>
      </p:nvGrpSpPr>
      <p:grpSpPr>
        <a:xfrm>
          <a:off x="0" y="0"/>
          <a:ext cx="0" cy="0"/>
          <a:chOff x="0" y="0"/>
          <a:chExt cx="0" cy="0"/>
        </a:xfrm>
      </p:grpSpPr>
      <p:sp>
        <p:nvSpPr>
          <p:cNvPr id="184" name="Google Shape;184;p27"/>
          <p:cNvSpPr txBox="1"/>
          <p:nvPr/>
        </p:nvSpPr>
        <p:spPr>
          <a:xfrm>
            <a:off x="679024" y="509588"/>
            <a:ext cx="6079362" cy="766763"/>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25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Download this presentation as a Powerpoint template in 3 steps</a:t>
            </a:r>
            <a:endParaRPr sz="700"/>
          </a:p>
        </p:txBody>
      </p:sp>
      <p:pic>
        <p:nvPicPr>
          <p:cNvPr id="185" name="Google Shape;185;p27"/>
          <p:cNvPicPr preferRelativeResize="0"/>
          <p:nvPr/>
        </p:nvPicPr>
        <p:blipFill rotWithShape="1">
          <a:blip r:embed="rId1"/>
          <a:srcRect/>
          <a:stretch>
            <a:fillRect/>
          </a:stretch>
        </p:blipFill>
        <p:spPr>
          <a:xfrm>
            <a:off x="679024" y="3249558"/>
            <a:ext cx="1540480" cy="1553684"/>
          </a:xfrm>
          <a:prstGeom prst="rect">
            <a:avLst/>
          </a:prstGeom>
          <a:noFill/>
          <a:ln>
            <a:noFill/>
          </a:ln>
        </p:spPr>
      </p:pic>
      <p:pic>
        <p:nvPicPr>
          <p:cNvPr id="186" name="Google Shape;186;p27"/>
          <p:cNvPicPr preferRelativeResize="0"/>
          <p:nvPr/>
        </p:nvPicPr>
        <p:blipFill rotWithShape="1">
          <a:blip r:embed="rId2"/>
          <a:srcRect/>
          <a:stretch>
            <a:fillRect/>
          </a:stretch>
        </p:blipFill>
        <p:spPr>
          <a:xfrm>
            <a:off x="3631894" y="3040953"/>
            <a:ext cx="1264450" cy="1970892"/>
          </a:xfrm>
          <a:prstGeom prst="rect">
            <a:avLst/>
          </a:prstGeom>
          <a:noFill/>
          <a:ln>
            <a:noFill/>
          </a:ln>
        </p:spPr>
      </p:pic>
      <p:sp>
        <p:nvSpPr>
          <p:cNvPr id="187" name="Google Shape;187;p27"/>
          <p:cNvSpPr txBox="1"/>
          <p:nvPr/>
        </p:nvSpPr>
        <p:spPr>
          <a:xfrm>
            <a:off x="3631894" y="2168265"/>
            <a:ext cx="1880100" cy="753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Click on the "Share" button on the top right corner in Canva and click on "More" at the bottom of the menu.</a:t>
            </a:r>
            <a:endParaRPr sz="700"/>
          </a:p>
        </p:txBody>
      </p:sp>
      <p:pic>
        <p:nvPicPr>
          <p:cNvPr id="188" name="Google Shape;188;p27"/>
          <p:cNvPicPr preferRelativeResize="0"/>
          <p:nvPr/>
        </p:nvPicPr>
        <p:blipFill rotWithShape="1">
          <a:blip r:embed="rId3"/>
          <a:srcRect/>
          <a:stretch>
            <a:fillRect/>
          </a:stretch>
        </p:blipFill>
        <p:spPr>
          <a:xfrm>
            <a:off x="6584765" y="3040953"/>
            <a:ext cx="1501307" cy="868499"/>
          </a:xfrm>
          <a:prstGeom prst="rect">
            <a:avLst/>
          </a:prstGeom>
          <a:noFill/>
          <a:ln>
            <a:noFill/>
          </a:ln>
        </p:spPr>
      </p:pic>
      <p:sp>
        <p:nvSpPr>
          <p:cNvPr id="189" name="Google Shape;189;p27"/>
          <p:cNvSpPr txBox="1"/>
          <p:nvPr/>
        </p:nvSpPr>
        <p:spPr>
          <a:xfrm>
            <a:off x="679024" y="2168265"/>
            <a:ext cx="1998600" cy="9483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Click on the "Canva" button next to this presentation. Start editing your presentation. You may need to sign in to your Canva account.</a:t>
            </a:r>
            <a:endParaRPr sz="700"/>
          </a:p>
        </p:txBody>
      </p:sp>
      <p:sp>
        <p:nvSpPr>
          <p:cNvPr id="190" name="Google Shape;190;p27"/>
          <p:cNvSpPr txBox="1"/>
          <p:nvPr/>
        </p:nvSpPr>
        <p:spPr>
          <a:xfrm>
            <a:off x="6584765" y="2168265"/>
            <a:ext cx="1880100" cy="753600"/>
          </a:xfrm>
          <a:prstGeom prst="rect">
            <a:avLst/>
          </a:prstGeom>
          <a:noFill/>
          <a:ln>
            <a:noFill/>
          </a:ln>
        </p:spPr>
        <p:txBody>
          <a:bodyPr spcFirstLastPara="1" wrap="square" lIns="0" tIns="0" rIns="0" bIns="0" anchor="t" anchorCtr="0">
            <a:spAutoFit/>
          </a:bodyPr>
          <a:lstStyle/>
          <a:p>
            <a:pPr marL="0" marR="0" lvl="0" indent="0" algn="l" rtl="0">
              <a:lnSpc>
                <a:spcPct val="115000"/>
              </a:lnSpc>
              <a:spcBef>
                <a:spcPts val="0"/>
              </a:spcBef>
              <a:spcAft>
                <a:spcPts val="0"/>
              </a:spcAft>
              <a:buNone/>
            </a:pPr>
            <a:r>
              <a:rPr lang="en-GB" sz="1100" b="0" i="0" u="none" strike="noStrike" cap="none">
                <a:solidFill>
                  <a:srgbClr val="000000"/>
                </a:solidFill>
                <a:latin typeface="Arial" panose="020B0604020202090204"/>
                <a:ea typeface="Arial" panose="020B0604020202090204"/>
                <a:cs typeface="Arial" panose="020B0604020202090204"/>
                <a:sym typeface="Arial" panose="020B0604020202090204"/>
              </a:rPr>
              <a:t>Enter "PowerPoint" in the search bar and click on the PowerPoint icon to download.</a:t>
            </a:r>
            <a:endParaRPr sz="700"/>
          </a:p>
        </p:txBody>
      </p:sp>
      <p:cxnSp>
        <p:nvCxnSpPr>
          <p:cNvPr id="191" name="Google Shape;191;p27"/>
          <p:cNvCxnSpPr/>
          <p:nvPr/>
        </p:nvCxnSpPr>
        <p:spPr>
          <a:xfrm>
            <a:off x="3121380" y="2142410"/>
            <a:ext cx="0" cy="2769998"/>
          </a:xfrm>
          <a:prstGeom prst="straightConnector1">
            <a:avLst/>
          </a:prstGeom>
          <a:noFill/>
          <a:ln w="19050" cap="flat" cmpd="sng">
            <a:solidFill>
              <a:srgbClr val="202A79"/>
            </a:solidFill>
            <a:prstDash val="solid"/>
            <a:round/>
            <a:headEnd type="none" w="sm" len="sm"/>
            <a:tailEnd type="none" w="sm" len="sm"/>
          </a:ln>
        </p:spPr>
      </p:cxnSp>
      <p:cxnSp>
        <p:nvCxnSpPr>
          <p:cNvPr id="192" name="Google Shape;192;p27"/>
          <p:cNvCxnSpPr/>
          <p:nvPr/>
        </p:nvCxnSpPr>
        <p:spPr>
          <a:xfrm>
            <a:off x="6066822" y="2089797"/>
            <a:ext cx="0" cy="2769998"/>
          </a:xfrm>
          <a:prstGeom prst="straightConnector1">
            <a:avLst/>
          </a:prstGeom>
          <a:noFill/>
          <a:ln w="19050" cap="flat" cmpd="sng">
            <a:solidFill>
              <a:srgbClr val="202A79"/>
            </a:solidFill>
            <a:prstDash val="solid"/>
            <a:round/>
            <a:headEnd type="none" w="sm" len="sm"/>
            <a:tailEnd type="none" w="sm" len="sm"/>
          </a:ln>
        </p:spPr>
      </p:cxnSp>
      <p:grpSp>
        <p:nvGrpSpPr>
          <p:cNvPr id="193" name="Google Shape;193;p27"/>
          <p:cNvGrpSpPr/>
          <p:nvPr/>
        </p:nvGrpSpPr>
        <p:grpSpPr>
          <a:xfrm>
            <a:off x="680267" y="1451594"/>
            <a:ext cx="6460297" cy="638203"/>
            <a:chOff x="3313" y="0"/>
            <a:chExt cx="17227459" cy="1701877"/>
          </a:xfrm>
        </p:grpSpPr>
        <p:grpSp>
          <p:nvGrpSpPr>
            <p:cNvPr id="194" name="Google Shape;194;p27"/>
            <p:cNvGrpSpPr/>
            <p:nvPr/>
          </p:nvGrpSpPr>
          <p:grpSpPr>
            <a:xfrm>
              <a:off x="3313" y="70076"/>
              <a:ext cx="1478818" cy="1485447"/>
              <a:chOff x="1813" y="0"/>
              <a:chExt cx="809173" cy="812800"/>
            </a:xfrm>
          </p:grpSpPr>
          <p:sp>
            <p:nvSpPr>
              <p:cNvPr id="195" name="Google Shape;195;p27"/>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196" name="Google Shape;196;p27"/>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197" name="Google Shape;197;p27"/>
            <p:cNvSpPr txBox="1"/>
            <p:nvPr/>
          </p:nvSpPr>
          <p:spPr>
            <a:xfrm>
              <a:off x="487635" y="0"/>
              <a:ext cx="468135" cy="16256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40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1</a:t>
              </a:r>
              <a:endParaRPr sz="700"/>
            </a:p>
          </p:txBody>
        </p:sp>
        <p:grpSp>
          <p:nvGrpSpPr>
            <p:cNvPr id="198" name="Google Shape;198;p27"/>
            <p:cNvGrpSpPr/>
            <p:nvPr/>
          </p:nvGrpSpPr>
          <p:grpSpPr>
            <a:xfrm>
              <a:off x="7877634" y="146353"/>
              <a:ext cx="1478818" cy="1485447"/>
              <a:chOff x="1813" y="0"/>
              <a:chExt cx="809173" cy="812800"/>
            </a:xfrm>
          </p:grpSpPr>
          <p:sp>
            <p:nvSpPr>
              <p:cNvPr id="199" name="Google Shape;199;p27"/>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200" name="Google Shape;200;p27"/>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201" name="Google Shape;201;p27"/>
            <p:cNvSpPr txBox="1"/>
            <p:nvPr/>
          </p:nvSpPr>
          <p:spPr>
            <a:xfrm>
              <a:off x="8260356" y="76277"/>
              <a:ext cx="468135" cy="16256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40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2</a:t>
              </a:r>
              <a:endParaRPr sz="700"/>
            </a:p>
          </p:txBody>
        </p:sp>
        <p:grpSp>
          <p:nvGrpSpPr>
            <p:cNvPr id="202" name="Google Shape;202;p27"/>
            <p:cNvGrpSpPr/>
            <p:nvPr/>
          </p:nvGrpSpPr>
          <p:grpSpPr>
            <a:xfrm>
              <a:off x="15751954" y="146353"/>
              <a:ext cx="1478818" cy="1485447"/>
              <a:chOff x="1813" y="0"/>
              <a:chExt cx="809173" cy="812800"/>
            </a:xfrm>
          </p:grpSpPr>
          <p:sp>
            <p:nvSpPr>
              <p:cNvPr id="203" name="Google Shape;203;p27"/>
              <p:cNvSpPr/>
              <p:nvPr/>
            </p:nvSpPr>
            <p:spPr>
              <a:xfrm>
                <a:off x="1813" y="0"/>
                <a:ext cx="809173" cy="812800"/>
              </a:xfrm>
              <a:custGeom>
                <a:avLst/>
                <a:gdLst/>
                <a:ahLst/>
                <a:cxnLst/>
                <a:rect l="l" t="t" r="r" b="b"/>
                <a:pathLst>
                  <a:path w="809173" h="812800" extrusionOk="0">
                    <a:moveTo>
                      <a:pt x="404587" y="0"/>
                    </a:moveTo>
                    <a:cubicBezTo>
                      <a:pt x="628326" y="1001"/>
                      <a:pt x="809174" y="182659"/>
                      <a:pt x="809174" y="406400"/>
                    </a:cubicBezTo>
                    <a:cubicBezTo>
                      <a:pt x="809174" y="630141"/>
                      <a:pt x="628326" y="811799"/>
                      <a:pt x="404587" y="812800"/>
                    </a:cubicBezTo>
                    <a:cubicBezTo>
                      <a:pt x="180848" y="811799"/>
                      <a:pt x="0" y="630141"/>
                      <a:pt x="0" y="406400"/>
                    </a:cubicBezTo>
                    <a:cubicBezTo>
                      <a:pt x="0" y="182659"/>
                      <a:pt x="180848" y="1001"/>
                      <a:pt x="404587" y="0"/>
                    </a:cubicBezTo>
                    <a:close/>
                  </a:path>
                </a:pathLst>
              </a:custGeom>
              <a:solidFill>
                <a:srgbClr val="EB9F41"/>
              </a:solidFill>
              <a:ln>
                <a:noFill/>
              </a:ln>
            </p:spPr>
            <p:txBody>
              <a:bodyPr spcFirstLastPara="1" wrap="square" lIns="45725" tIns="45725" rIns="45725" bIns="45725" anchor="ctr" anchorCtr="0">
                <a:noAutofit/>
              </a:bodyPr>
              <a:lstStyle/>
              <a:p>
                <a:pPr marL="0" lvl="0" indent="0" algn="l" rtl="0">
                  <a:spcBef>
                    <a:spcPts val="0"/>
                  </a:spcBef>
                  <a:spcAft>
                    <a:spcPts val="0"/>
                  </a:spcAft>
                  <a:buNone/>
                </a:pPr>
              </a:p>
            </p:txBody>
          </p:sp>
          <p:sp>
            <p:nvSpPr>
              <p:cNvPr id="204" name="Google Shape;204;p27"/>
              <p:cNvSpPr txBox="1"/>
              <p:nvPr/>
            </p:nvSpPr>
            <p:spPr>
              <a:xfrm>
                <a:off x="76200" y="28575"/>
                <a:ext cx="660400" cy="708025"/>
              </a:xfrm>
              <a:prstGeom prst="rect">
                <a:avLst/>
              </a:prstGeom>
              <a:noFill/>
              <a:ln>
                <a:noFill/>
              </a:ln>
            </p:spPr>
            <p:txBody>
              <a:bodyPr spcFirstLastPara="1" wrap="square" lIns="25400" tIns="25400" rIns="25400" bIns="25400" anchor="ctr" anchorCtr="0">
                <a:noAutofit/>
              </a:bodyPr>
              <a:lstStyle/>
              <a:p>
                <a:pPr marL="0" marR="0" lvl="0" indent="0" algn="ctr" rtl="0">
                  <a:lnSpc>
                    <a:spcPct val="187000"/>
                  </a:lnSpc>
                  <a:spcBef>
                    <a:spcPts val="0"/>
                  </a:spcBef>
                  <a:spcAft>
                    <a:spcPts val="0"/>
                  </a:spcAft>
                  <a:buNone/>
                </a:pPr>
                <a:endParaRPr sz="900" b="0" i="0" u="none" strike="noStrike" cap="none">
                  <a:solidFill>
                    <a:schemeClr val="dk1"/>
                  </a:solidFill>
                  <a:latin typeface="Calibri"/>
                  <a:ea typeface="Calibri"/>
                  <a:cs typeface="Calibri"/>
                  <a:sym typeface="Calibri"/>
                </a:endParaRPr>
              </a:p>
            </p:txBody>
          </p:sp>
        </p:grpSp>
        <p:sp>
          <p:nvSpPr>
            <p:cNvPr id="205" name="Google Shape;205;p27"/>
            <p:cNvSpPr txBox="1"/>
            <p:nvPr/>
          </p:nvSpPr>
          <p:spPr>
            <a:xfrm>
              <a:off x="16211633" y="6200"/>
              <a:ext cx="681434" cy="16256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GB" sz="4000" b="0" i="0" u="none" strike="noStrike" cap="none">
                  <a:solidFill>
                    <a:srgbClr val="202A79"/>
                  </a:solidFill>
                  <a:latin typeface="Cinzel Decorative" panose="00000500000000000000"/>
                  <a:ea typeface="Cinzel Decorative" panose="00000500000000000000"/>
                  <a:cs typeface="Cinzel Decorative" panose="00000500000000000000"/>
                  <a:sym typeface="Cinzel Decorative" panose="00000500000000000000"/>
                </a:rPr>
                <a:t>3</a:t>
              </a:r>
              <a:endParaRPr sz="700"/>
            </a:p>
          </p:txBody>
        </p:sp>
      </p:grpSp>
      <p:graphicFrame>
        <p:nvGraphicFramePr>
          <p:cNvPr id="2" name="表格 1"/>
          <p:cNvGraphicFramePr/>
          <p:nvPr/>
        </p:nvGraphicFramePr>
        <p:xfrm>
          <a:off x="7364095" y="724535"/>
          <a:ext cx="1219200" cy="1066800"/>
        </p:xfrm>
        <a:graphic>
          <a:graphicData uri="http://schemas.openxmlformats.org/drawingml/2006/table">
            <a:tbl>
              <a:tblPr/>
              <a:tblGrid>
                <a:gridCol w="609600"/>
                <a:gridCol w="609600"/>
              </a:tblGrid>
              <a:tr h="213360">
                <a:tc>
                  <a:txBody>
                    <a:bodyPr/>
                    <a:p>
                      <a:pPr algn="ctr" fontAlgn="ctr"/>
                      <a:r>
                        <a:rPr lang="en-US" altLang="zh-CN" sz="1100" b="0" i="0">
                          <a:solidFill>
                            <a:srgbClr val="000000"/>
                          </a:solidFill>
                          <a:latin typeface="宋体"/>
                          <a:ea typeface="宋体"/>
                        </a:rPr>
                        <a:t>step</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9E1F4"/>
                    </a:solidFill>
                  </a:tcPr>
                </a:tc>
                <a:tc>
                  <a:txBody>
                    <a:bodyPr/>
                    <a:p>
                      <a:pPr algn="ctr" fontAlgn="ctr"/>
                      <a:r>
                        <a:rPr lang="en-US" altLang="zh-CN" sz="1100" b="0" i="0">
                          <a:solidFill>
                            <a:srgbClr val="000000"/>
                          </a:solidFill>
                          <a:latin typeface="宋体"/>
                          <a:ea typeface="宋体"/>
                        </a:rPr>
                        <a:t>goal</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solidFill>
                      <a:srgbClr val="D9E1F4"/>
                    </a:solidFill>
                  </a:tcPr>
                </a:tc>
              </a:tr>
              <a:tr h="213360">
                <a:tc>
                  <a:txBody>
                    <a:bodyPr/>
                    <a:p>
                      <a:pPr algn="ctr" fontAlgn="ctr"/>
                      <a:r>
                        <a:rPr lang="en-US" altLang="zh-CN" sz="1100" b="0" i="0">
                          <a:solidFill>
                            <a:srgbClr val="000000"/>
                          </a:solidFill>
                          <a:latin typeface="宋体"/>
                          <a:ea typeface="宋体"/>
                        </a:rPr>
                        <a:t>1</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100" b="0" i="0">
                          <a:solidFill>
                            <a:srgbClr val="000000"/>
                          </a:solidFill>
                          <a:latin typeface="宋体"/>
                          <a:ea typeface="宋体"/>
                        </a:rPr>
                        <a:t>canva</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3360">
                <a:tc>
                  <a:txBody>
                    <a:bodyPr/>
                    <a:p>
                      <a:pPr algn="ctr" fontAlgn="ctr"/>
                      <a:r>
                        <a:rPr lang="en-US" altLang="zh-CN" sz="1100" b="0" i="0">
                          <a:solidFill>
                            <a:srgbClr val="000000"/>
                          </a:solidFill>
                          <a:latin typeface="宋体"/>
                          <a:ea typeface="宋体"/>
                        </a:rPr>
                        <a:t>2</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100" b="0" i="0">
                          <a:solidFill>
                            <a:srgbClr val="000000"/>
                          </a:solidFill>
                          <a:latin typeface="宋体"/>
                          <a:ea typeface="宋体"/>
                        </a:rPr>
                        <a:t>share</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3360">
                <a:tc>
                  <a:txBody>
                    <a:bodyPr/>
                    <a:p>
                      <a:pPr algn="ctr" fontAlgn="ctr"/>
                      <a:r>
                        <a:rPr lang="en-US" altLang="zh-CN" sz="1100" b="0" i="0">
                          <a:solidFill>
                            <a:srgbClr val="000000"/>
                          </a:solidFill>
                          <a:latin typeface="宋体"/>
                          <a:ea typeface="宋体"/>
                        </a:rPr>
                        <a:t>4</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r>
                        <a:rPr lang="en-US" altLang="zh-CN" sz="1100" b="0" i="0">
                          <a:solidFill>
                            <a:srgbClr val="000000"/>
                          </a:solidFill>
                          <a:latin typeface="宋体"/>
                          <a:ea typeface="宋体"/>
                        </a:rPr>
                        <a:t>end</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r h="213360">
                <a:tc>
                  <a:txBody>
                    <a:bodyPr/>
                    <a:p>
                      <a:pPr algn="ctr" fontAlgn="ctr">
                        <a:buNone/>
                      </a:pPr>
                      <a:r>
                        <a:rPr lang="en-US" altLang="zh-CN" sz="1100" b="0" i="0">
                          <a:solidFill>
                            <a:srgbClr val="000000"/>
                          </a:solidFill>
                          <a:latin typeface="宋体"/>
                          <a:ea typeface="宋体"/>
                        </a:rPr>
                        <a:t>to be</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c>
                  <a:txBody>
                    <a:bodyPr/>
                    <a:p>
                      <a:pPr algn="ctr" fontAlgn="ctr">
                        <a:buNone/>
                      </a:pPr>
                      <a:r>
                        <a:rPr lang="en-US" altLang="zh-CN" sz="1100" b="0" i="0">
                          <a:solidFill>
                            <a:srgbClr val="000000"/>
                          </a:solidFill>
                          <a:latin typeface="宋体"/>
                          <a:ea typeface="宋体"/>
                        </a:rPr>
                        <a:t>more</a:t>
                      </a:r>
                      <a:endParaRPr lang="en-US" altLang="zh-CN" sz="1100" b="0" i="0">
                        <a:solidFill>
                          <a:srgbClr val="000000"/>
                        </a:solidFill>
                        <a:latin typeface="宋体"/>
                        <a:ea typeface="宋体"/>
                      </a:endParaRPr>
                    </a:p>
                  </a:txBody>
                  <a:tcPr marL="13017" marR="13017" marT="13017" marB="0" anchor="ctr" anchorCtr="0">
                    <a:lnL w="6350" cap="flat" cmpd="sng">
                      <a:solidFill>
                        <a:srgbClr val="000000"/>
                      </a:solidFill>
                      <a:prstDash val="solid"/>
                      <a:headEnd type="none" w="med" len="med"/>
                      <a:tailEnd type="none" w="med" len="med"/>
                    </a:lnL>
                    <a:lnR w="6350"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noFill/>
                  </a:tcPr>
                </a:tc>
              </a:tr>
            </a:tbl>
          </a:graphicData>
        </a:graphic>
      </p:graphicFrame>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1060</Words>
  <Application>WPS 表格</Application>
  <PresentationFormat/>
  <Paragraphs>62</Paragraphs>
  <Slides>3</Slides>
  <Notes>0</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3</vt:i4>
      </vt:variant>
    </vt:vector>
  </HeadingPairs>
  <TitlesOfParts>
    <vt:vector size="19" baseType="lpstr">
      <vt:lpstr>Arial</vt:lpstr>
      <vt:lpstr>宋体</vt:lpstr>
      <vt:lpstr>Wingdings</vt:lpstr>
      <vt:lpstr>Arial</vt:lpstr>
      <vt:lpstr>Calibri</vt:lpstr>
      <vt:lpstr>Helvetica Neue</vt:lpstr>
      <vt:lpstr>Cinzel Decorative</vt:lpstr>
      <vt:lpstr>宋体</vt:lpstr>
      <vt:lpstr>汉仪书宋二KW</vt:lpstr>
      <vt:lpstr>微软雅黑</vt:lpstr>
      <vt:lpstr>汉仪旗黑</vt:lpstr>
      <vt:lpstr>宋体</vt:lpstr>
      <vt:lpstr>Arial Unicode MS</vt:lpstr>
      <vt:lpstr>Cinzel Decorative</vt:lpstr>
      <vt:lpstr>Simple Light</vt:lpstr>
      <vt:lpstr>Office Theme</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Jayus</cp:lastModifiedBy>
  <cp:revision>5</cp:revision>
  <dcterms:created xsi:type="dcterms:W3CDTF">2025-09-04T11:00:08Z</dcterms:created>
  <dcterms:modified xsi:type="dcterms:W3CDTF">2025-09-04T11:00:08Z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F763698DA445B9F677F5B664538276ED_42</vt:lpwstr>
  </property>
  <property fmtid="{D5CDD505-2E9C-101B-9397-08002B2CF9AE}" pid="3" name="KSOProductBuildVer">
    <vt:lpwstr>2052-12.1.21861.21861</vt:lpwstr>
  </property>
</Properties>
</file>